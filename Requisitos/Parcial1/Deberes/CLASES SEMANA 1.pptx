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4" r:id="rId11"/>
    <p:sldId id="265" r:id="rId12"/>
    <p:sldId id="263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0" r:id="rId25"/>
    <p:sldId id="278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2548C1-5F6F-45F4-8BBE-745CDED675F3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875F1EA-3228-4E59-BD76-016909C5249E}">
      <dgm:prSet phldrT="[Texto]"/>
      <dgm:spPr/>
      <dgm:t>
        <a:bodyPr/>
        <a:lstStyle/>
        <a:p>
          <a:r>
            <a:rPr lang="es-MX" i="1" dirty="0"/>
            <a:t>1. Deslizamiento de alcance (</a:t>
          </a:r>
          <a:r>
            <a:rPr lang="es-MX" i="1" dirty="0" err="1"/>
            <a:t>Scope</a:t>
          </a:r>
          <a:r>
            <a:rPr lang="es-MX" i="1" dirty="0"/>
            <a:t> </a:t>
          </a:r>
          <a:r>
            <a:rPr lang="es-MX" i="1" dirty="0" err="1"/>
            <a:t>Creep</a:t>
          </a:r>
          <a:r>
            <a:rPr lang="es-MX" i="1" dirty="0"/>
            <a:t>)</a:t>
          </a:r>
          <a:endParaRPr lang="es-MX" dirty="0"/>
        </a:p>
      </dgm:t>
    </dgm:pt>
    <dgm:pt modelId="{05BC3CF9-1AD7-428B-A9BE-374DF8F7743A}" type="parTrans" cxnId="{C4EA431B-D734-474F-9687-30E8817D5010}">
      <dgm:prSet/>
      <dgm:spPr/>
      <dgm:t>
        <a:bodyPr/>
        <a:lstStyle/>
        <a:p>
          <a:endParaRPr lang="es-MX"/>
        </a:p>
      </dgm:t>
    </dgm:pt>
    <dgm:pt modelId="{6564D524-7494-480E-BC77-C0549C516799}" type="sibTrans" cxnId="{C4EA431B-D734-474F-9687-30E8817D5010}">
      <dgm:prSet/>
      <dgm:spPr/>
      <dgm:t>
        <a:bodyPr/>
        <a:lstStyle/>
        <a:p>
          <a:endParaRPr lang="es-MX"/>
        </a:p>
      </dgm:t>
    </dgm:pt>
    <dgm:pt modelId="{090A9D48-C879-4E6B-AD93-FE2575FDA9DF}">
      <dgm:prSet phldrT="[Texto]"/>
      <dgm:spPr/>
      <dgm:t>
        <a:bodyPr/>
        <a:lstStyle/>
        <a:p>
          <a:r>
            <a:rPr lang="es-MX" dirty="0"/>
            <a:t>2. Alto Índice de Retrabajo</a:t>
          </a:r>
        </a:p>
      </dgm:t>
    </dgm:pt>
    <dgm:pt modelId="{DC4F03BE-07B8-4D8B-B021-E0D1D73FFDA5}" type="parTrans" cxnId="{C3F9936D-A1DE-4670-9794-90063F348B86}">
      <dgm:prSet/>
      <dgm:spPr/>
      <dgm:t>
        <a:bodyPr/>
        <a:lstStyle/>
        <a:p>
          <a:endParaRPr lang="es-MX"/>
        </a:p>
      </dgm:t>
    </dgm:pt>
    <dgm:pt modelId="{C2839279-576F-44A3-8CC8-3534CFBB70A7}" type="sibTrans" cxnId="{C3F9936D-A1DE-4670-9794-90063F348B86}">
      <dgm:prSet/>
      <dgm:spPr/>
      <dgm:t>
        <a:bodyPr/>
        <a:lstStyle/>
        <a:p>
          <a:endParaRPr lang="es-MX"/>
        </a:p>
      </dgm:t>
    </dgm:pt>
    <dgm:pt modelId="{B121979F-2BD9-449E-B9E9-20B176930D27}">
      <dgm:prSet phldrT="[Texto]"/>
      <dgm:spPr/>
      <dgm:t>
        <a:bodyPr/>
        <a:lstStyle/>
        <a:p>
          <a:r>
            <a:rPr lang="es-MX" dirty="0"/>
            <a:t>3. Sobrecostos y Retrasos</a:t>
          </a:r>
        </a:p>
      </dgm:t>
    </dgm:pt>
    <dgm:pt modelId="{9CF25BEF-AB2A-42C0-9CE7-D8CDD652F774}" type="parTrans" cxnId="{129C174B-D2A6-4562-8C93-2F2ACD0C629C}">
      <dgm:prSet/>
      <dgm:spPr/>
      <dgm:t>
        <a:bodyPr/>
        <a:lstStyle/>
        <a:p>
          <a:endParaRPr lang="es-MX"/>
        </a:p>
      </dgm:t>
    </dgm:pt>
    <dgm:pt modelId="{C1D966ED-46BD-48F3-825F-9291D1422D0D}" type="sibTrans" cxnId="{129C174B-D2A6-4562-8C93-2F2ACD0C629C}">
      <dgm:prSet/>
      <dgm:spPr/>
      <dgm:t>
        <a:bodyPr/>
        <a:lstStyle/>
        <a:p>
          <a:endParaRPr lang="es-MX"/>
        </a:p>
      </dgm:t>
    </dgm:pt>
    <dgm:pt modelId="{A81544C6-8F51-47CF-B7E6-62AB7B5005E2}">
      <dgm:prSet phldrT="[Texto]"/>
      <dgm:spPr/>
      <dgm:t>
        <a:bodyPr/>
        <a:lstStyle/>
        <a:p>
          <a:r>
            <a:rPr lang="es-MX" dirty="0"/>
            <a:t>4. Insatisfacción del usuario final</a:t>
          </a:r>
        </a:p>
      </dgm:t>
    </dgm:pt>
    <dgm:pt modelId="{56ED336A-AB65-4A40-BB21-F7F14A27FF48}" type="parTrans" cxnId="{65C254DC-CDC3-4E69-AAC6-A024D7922EE4}">
      <dgm:prSet/>
      <dgm:spPr/>
      <dgm:t>
        <a:bodyPr/>
        <a:lstStyle/>
        <a:p>
          <a:endParaRPr lang="es-MX"/>
        </a:p>
      </dgm:t>
    </dgm:pt>
    <dgm:pt modelId="{131836D3-F940-4C18-9409-102714AACF0A}" type="sibTrans" cxnId="{65C254DC-CDC3-4E69-AAC6-A024D7922EE4}">
      <dgm:prSet/>
      <dgm:spPr/>
      <dgm:t>
        <a:bodyPr/>
        <a:lstStyle/>
        <a:p>
          <a:endParaRPr lang="es-MX"/>
        </a:p>
      </dgm:t>
    </dgm:pt>
    <dgm:pt modelId="{3D023765-B46C-4928-87E3-531CB9572131}">
      <dgm:prSet phldrT="[Texto]"/>
      <dgm:spPr/>
      <dgm:t>
        <a:bodyPr/>
        <a:lstStyle/>
        <a:p>
          <a:r>
            <a:rPr lang="es-MX" dirty="0"/>
            <a:t>5. Conflictos en el equipo</a:t>
          </a:r>
        </a:p>
      </dgm:t>
    </dgm:pt>
    <dgm:pt modelId="{CF5881DA-7788-4BC7-B7E4-4CB78D8EF9D6}" type="parTrans" cxnId="{42DA09C2-A84D-493C-9777-5030076424FD}">
      <dgm:prSet/>
      <dgm:spPr/>
      <dgm:t>
        <a:bodyPr/>
        <a:lstStyle/>
        <a:p>
          <a:endParaRPr lang="es-MX"/>
        </a:p>
      </dgm:t>
    </dgm:pt>
    <dgm:pt modelId="{ED193CCB-026C-4A68-B10A-70CB65C4035B}" type="sibTrans" cxnId="{42DA09C2-A84D-493C-9777-5030076424FD}">
      <dgm:prSet/>
      <dgm:spPr/>
      <dgm:t>
        <a:bodyPr/>
        <a:lstStyle/>
        <a:p>
          <a:endParaRPr lang="es-MX"/>
        </a:p>
      </dgm:t>
    </dgm:pt>
    <dgm:pt modelId="{04BEB786-6225-4449-898E-D82CF3F7D100}" type="pres">
      <dgm:prSet presAssocID="{CF2548C1-5F6F-45F4-8BBE-745CDED675F3}" presName="cycle" presStyleCnt="0">
        <dgm:presLayoutVars>
          <dgm:dir/>
          <dgm:resizeHandles val="exact"/>
        </dgm:presLayoutVars>
      </dgm:prSet>
      <dgm:spPr/>
    </dgm:pt>
    <dgm:pt modelId="{14C9BC71-E5B2-4529-84D9-141AC59AC630}" type="pres">
      <dgm:prSet presAssocID="{2875F1EA-3228-4E59-BD76-016909C5249E}" presName="dummy" presStyleCnt="0"/>
      <dgm:spPr/>
    </dgm:pt>
    <dgm:pt modelId="{9E9BFEA5-EEFA-46B5-BF0F-F639EA5C1EBF}" type="pres">
      <dgm:prSet presAssocID="{2875F1EA-3228-4E59-BD76-016909C5249E}" presName="node" presStyleLbl="revTx" presStyleIdx="0" presStyleCnt="5">
        <dgm:presLayoutVars>
          <dgm:bulletEnabled val="1"/>
        </dgm:presLayoutVars>
      </dgm:prSet>
      <dgm:spPr/>
    </dgm:pt>
    <dgm:pt modelId="{D12EB265-4A27-4F52-8D22-0592C41DC10F}" type="pres">
      <dgm:prSet presAssocID="{6564D524-7494-480E-BC77-C0549C516799}" presName="sibTrans" presStyleLbl="node1" presStyleIdx="0" presStyleCnt="5"/>
      <dgm:spPr/>
    </dgm:pt>
    <dgm:pt modelId="{DB962985-3CE0-4AB8-989D-6DFA66855A95}" type="pres">
      <dgm:prSet presAssocID="{090A9D48-C879-4E6B-AD93-FE2575FDA9DF}" presName="dummy" presStyleCnt="0"/>
      <dgm:spPr/>
    </dgm:pt>
    <dgm:pt modelId="{9073F9DE-F731-44DB-A272-0CCFF52A3DA6}" type="pres">
      <dgm:prSet presAssocID="{090A9D48-C879-4E6B-AD93-FE2575FDA9DF}" presName="node" presStyleLbl="revTx" presStyleIdx="1" presStyleCnt="5">
        <dgm:presLayoutVars>
          <dgm:bulletEnabled val="1"/>
        </dgm:presLayoutVars>
      </dgm:prSet>
      <dgm:spPr/>
    </dgm:pt>
    <dgm:pt modelId="{ED581706-FFEB-431A-B189-F5F97FF934E9}" type="pres">
      <dgm:prSet presAssocID="{C2839279-576F-44A3-8CC8-3534CFBB70A7}" presName="sibTrans" presStyleLbl="node1" presStyleIdx="1" presStyleCnt="5"/>
      <dgm:spPr/>
    </dgm:pt>
    <dgm:pt modelId="{F31E343C-BF96-4CF5-9EAD-D8F279D4C5CA}" type="pres">
      <dgm:prSet presAssocID="{B121979F-2BD9-449E-B9E9-20B176930D27}" presName="dummy" presStyleCnt="0"/>
      <dgm:spPr/>
    </dgm:pt>
    <dgm:pt modelId="{5DD418B6-C817-4A0B-905A-6358F98757F2}" type="pres">
      <dgm:prSet presAssocID="{B121979F-2BD9-449E-B9E9-20B176930D27}" presName="node" presStyleLbl="revTx" presStyleIdx="2" presStyleCnt="5">
        <dgm:presLayoutVars>
          <dgm:bulletEnabled val="1"/>
        </dgm:presLayoutVars>
      </dgm:prSet>
      <dgm:spPr/>
    </dgm:pt>
    <dgm:pt modelId="{1C30D60D-8F0A-44FC-99D0-64824C0A4056}" type="pres">
      <dgm:prSet presAssocID="{C1D966ED-46BD-48F3-825F-9291D1422D0D}" presName="sibTrans" presStyleLbl="node1" presStyleIdx="2" presStyleCnt="5"/>
      <dgm:spPr/>
    </dgm:pt>
    <dgm:pt modelId="{22874B5C-0F09-4000-A27C-3EC7519FD540}" type="pres">
      <dgm:prSet presAssocID="{A81544C6-8F51-47CF-B7E6-62AB7B5005E2}" presName="dummy" presStyleCnt="0"/>
      <dgm:spPr/>
    </dgm:pt>
    <dgm:pt modelId="{E0E8E280-19CF-4867-92A3-0A85BADDB618}" type="pres">
      <dgm:prSet presAssocID="{A81544C6-8F51-47CF-B7E6-62AB7B5005E2}" presName="node" presStyleLbl="revTx" presStyleIdx="3" presStyleCnt="5">
        <dgm:presLayoutVars>
          <dgm:bulletEnabled val="1"/>
        </dgm:presLayoutVars>
      </dgm:prSet>
      <dgm:spPr/>
    </dgm:pt>
    <dgm:pt modelId="{E0A1D0C0-EF7D-4879-A78A-4C6E476A0FA5}" type="pres">
      <dgm:prSet presAssocID="{131836D3-F940-4C18-9409-102714AACF0A}" presName="sibTrans" presStyleLbl="node1" presStyleIdx="3" presStyleCnt="5"/>
      <dgm:spPr/>
    </dgm:pt>
    <dgm:pt modelId="{2B645E33-1AFD-44F4-8180-A1CE36608569}" type="pres">
      <dgm:prSet presAssocID="{3D023765-B46C-4928-87E3-531CB9572131}" presName="dummy" presStyleCnt="0"/>
      <dgm:spPr/>
    </dgm:pt>
    <dgm:pt modelId="{115F727B-AAA3-4B9E-A10B-747FB5BA5DB6}" type="pres">
      <dgm:prSet presAssocID="{3D023765-B46C-4928-87E3-531CB9572131}" presName="node" presStyleLbl="revTx" presStyleIdx="4" presStyleCnt="5">
        <dgm:presLayoutVars>
          <dgm:bulletEnabled val="1"/>
        </dgm:presLayoutVars>
      </dgm:prSet>
      <dgm:spPr/>
    </dgm:pt>
    <dgm:pt modelId="{DF822E55-0C81-43D4-9EB5-392D547B8809}" type="pres">
      <dgm:prSet presAssocID="{ED193CCB-026C-4A68-B10A-70CB65C4035B}" presName="sibTrans" presStyleLbl="node1" presStyleIdx="4" presStyleCnt="5"/>
      <dgm:spPr/>
    </dgm:pt>
  </dgm:ptLst>
  <dgm:cxnLst>
    <dgm:cxn modelId="{693B5306-E69C-4569-AD29-6A41DAE6B094}" type="presOf" srcId="{131836D3-F940-4C18-9409-102714AACF0A}" destId="{E0A1D0C0-EF7D-4879-A78A-4C6E476A0FA5}" srcOrd="0" destOrd="0" presId="urn:microsoft.com/office/officeart/2005/8/layout/cycle1"/>
    <dgm:cxn modelId="{13B8E515-06E3-4D2F-AE0D-425627273AA6}" type="presOf" srcId="{B121979F-2BD9-449E-B9E9-20B176930D27}" destId="{5DD418B6-C817-4A0B-905A-6358F98757F2}" srcOrd="0" destOrd="0" presId="urn:microsoft.com/office/officeart/2005/8/layout/cycle1"/>
    <dgm:cxn modelId="{C4EA431B-D734-474F-9687-30E8817D5010}" srcId="{CF2548C1-5F6F-45F4-8BBE-745CDED675F3}" destId="{2875F1EA-3228-4E59-BD76-016909C5249E}" srcOrd="0" destOrd="0" parTransId="{05BC3CF9-1AD7-428B-A9BE-374DF8F7743A}" sibTransId="{6564D524-7494-480E-BC77-C0549C516799}"/>
    <dgm:cxn modelId="{7A291A2D-2BC9-40AB-A7B4-37EE0EE86B85}" type="presOf" srcId="{2875F1EA-3228-4E59-BD76-016909C5249E}" destId="{9E9BFEA5-EEFA-46B5-BF0F-F639EA5C1EBF}" srcOrd="0" destOrd="0" presId="urn:microsoft.com/office/officeart/2005/8/layout/cycle1"/>
    <dgm:cxn modelId="{D4EDB942-2A1A-4FD6-BE17-AF3B6D7D659F}" type="presOf" srcId="{CF2548C1-5F6F-45F4-8BBE-745CDED675F3}" destId="{04BEB786-6225-4449-898E-D82CF3F7D100}" srcOrd="0" destOrd="0" presId="urn:microsoft.com/office/officeart/2005/8/layout/cycle1"/>
    <dgm:cxn modelId="{129C174B-D2A6-4562-8C93-2F2ACD0C629C}" srcId="{CF2548C1-5F6F-45F4-8BBE-745CDED675F3}" destId="{B121979F-2BD9-449E-B9E9-20B176930D27}" srcOrd="2" destOrd="0" parTransId="{9CF25BEF-AB2A-42C0-9CE7-D8CDD652F774}" sibTransId="{C1D966ED-46BD-48F3-825F-9291D1422D0D}"/>
    <dgm:cxn modelId="{C3F9936D-A1DE-4670-9794-90063F348B86}" srcId="{CF2548C1-5F6F-45F4-8BBE-745CDED675F3}" destId="{090A9D48-C879-4E6B-AD93-FE2575FDA9DF}" srcOrd="1" destOrd="0" parTransId="{DC4F03BE-07B8-4D8B-B021-E0D1D73FFDA5}" sibTransId="{C2839279-576F-44A3-8CC8-3534CFBB70A7}"/>
    <dgm:cxn modelId="{7C7F8073-3A31-4A26-992B-E3A93D2A7207}" type="presOf" srcId="{6564D524-7494-480E-BC77-C0549C516799}" destId="{D12EB265-4A27-4F52-8D22-0592C41DC10F}" srcOrd="0" destOrd="0" presId="urn:microsoft.com/office/officeart/2005/8/layout/cycle1"/>
    <dgm:cxn modelId="{D52DCF7C-B6AA-40E4-874B-80011E0EC791}" type="presOf" srcId="{ED193CCB-026C-4A68-B10A-70CB65C4035B}" destId="{DF822E55-0C81-43D4-9EB5-392D547B8809}" srcOrd="0" destOrd="0" presId="urn:microsoft.com/office/officeart/2005/8/layout/cycle1"/>
    <dgm:cxn modelId="{CF5AEB86-F68B-4376-A9DA-587F2613EEC7}" type="presOf" srcId="{3D023765-B46C-4928-87E3-531CB9572131}" destId="{115F727B-AAA3-4B9E-A10B-747FB5BA5DB6}" srcOrd="0" destOrd="0" presId="urn:microsoft.com/office/officeart/2005/8/layout/cycle1"/>
    <dgm:cxn modelId="{2C1E259F-1438-4812-9658-E911FC7B4945}" type="presOf" srcId="{C2839279-576F-44A3-8CC8-3534CFBB70A7}" destId="{ED581706-FFEB-431A-B189-F5F97FF934E9}" srcOrd="0" destOrd="0" presId="urn:microsoft.com/office/officeart/2005/8/layout/cycle1"/>
    <dgm:cxn modelId="{630048A4-7D4D-4CC1-965D-9CB4864A95F3}" type="presOf" srcId="{C1D966ED-46BD-48F3-825F-9291D1422D0D}" destId="{1C30D60D-8F0A-44FC-99D0-64824C0A4056}" srcOrd="0" destOrd="0" presId="urn:microsoft.com/office/officeart/2005/8/layout/cycle1"/>
    <dgm:cxn modelId="{42DA09C2-A84D-493C-9777-5030076424FD}" srcId="{CF2548C1-5F6F-45F4-8BBE-745CDED675F3}" destId="{3D023765-B46C-4928-87E3-531CB9572131}" srcOrd="4" destOrd="0" parTransId="{CF5881DA-7788-4BC7-B7E4-4CB78D8EF9D6}" sibTransId="{ED193CCB-026C-4A68-B10A-70CB65C4035B}"/>
    <dgm:cxn modelId="{A95F92C2-794B-4042-B7C3-BDD08A5BF4F8}" type="presOf" srcId="{A81544C6-8F51-47CF-B7E6-62AB7B5005E2}" destId="{E0E8E280-19CF-4867-92A3-0A85BADDB618}" srcOrd="0" destOrd="0" presId="urn:microsoft.com/office/officeart/2005/8/layout/cycle1"/>
    <dgm:cxn modelId="{ED2A70DB-ABEB-438F-B3F3-86C1B1ABCE3D}" type="presOf" srcId="{090A9D48-C879-4E6B-AD93-FE2575FDA9DF}" destId="{9073F9DE-F731-44DB-A272-0CCFF52A3DA6}" srcOrd="0" destOrd="0" presId="urn:microsoft.com/office/officeart/2005/8/layout/cycle1"/>
    <dgm:cxn modelId="{65C254DC-CDC3-4E69-AAC6-A024D7922EE4}" srcId="{CF2548C1-5F6F-45F4-8BBE-745CDED675F3}" destId="{A81544C6-8F51-47CF-B7E6-62AB7B5005E2}" srcOrd="3" destOrd="0" parTransId="{56ED336A-AB65-4A40-BB21-F7F14A27FF48}" sibTransId="{131836D3-F940-4C18-9409-102714AACF0A}"/>
    <dgm:cxn modelId="{8FDD3594-A637-46D3-9C9D-7F62A13A5513}" type="presParOf" srcId="{04BEB786-6225-4449-898E-D82CF3F7D100}" destId="{14C9BC71-E5B2-4529-84D9-141AC59AC630}" srcOrd="0" destOrd="0" presId="urn:microsoft.com/office/officeart/2005/8/layout/cycle1"/>
    <dgm:cxn modelId="{744AC861-FC07-4B0B-990B-EABC92F399AE}" type="presParOf" srcId="{04BEB786-6225-4449-898E-D82CF3F7D100}" destId="{9E9BFEA5-EEFA-46B5-BF0F-F639EA5C1EBF}" srcOrd="1" destOrd="0" presId="urn:microsoft.com/office/officeart/2005/8/layout/cycle1"/>
    <dgm:cxn modelId="{83CA1F07-9F24-4E33-8257-0C6074E5B217}" type="presParOf" srcId="{04BEB786-6225-4449-898E-D82CF3F7D100}" destId="{D12EB265-4A27-4F52-8D22-0592C41DC10F}" srcOrd="2" destOrd="0" presId="urn:microsoft.com/office/officeart/2005/8/layout/cycle1"/>
    <dgm:cxn modelId="{17D7F7CD-579C-4BF8-A185-44107C28AA04}" type="presParOf" srcId="{04BEB786-6225-4449-898E-D82CF3F7D100}" destId="{DB962985-3CE0-4AB8-989D-6DFA66855A95}" srcOrd="3" destOrd="0" presId="urn:microsoft.com/office/officeart/2005/8/layout/cycle1"/>
    <dgm:cxn modelId="{820C2B6B-005F-4A2C-A669-D02712F384CA}" type="presParOf" srcId="{04BEB786-6225-4449-898E-D82CF3F7D100}" destId="{9073F9DE-F731-44DB-A272-0CCFF52A3DA6}" srcOrd="4" destOrd="0" presId="urn:microsoft.com/office/officeart/2005/8/layout/cycle1"/>
    <dgm:cxn modelId="{D347620C-E1D8-4959-B62B-F7CFF8E896C7}" type="presParOf" srcId="{04BEB786-6225-4449-898E-D82CF3F7D100}" destId="{ED581706-FFEB-431A-B189-F5F97FF934E9}" srcOrd="5" destOrd="0" presId="urn:microsoft.com/office/officeart/2005/8/layout/cycle1"/>
    <dgm:cxn modelId="{B3584D33-2F7E-4DE1-901B-3F0505394416}" type="presParOf" srcId="{04BEB786-6225-4449-898E-D82CF3F7D100}" destId="{F31E343C-BF96-4CF5-9EAD-D8F279D4C5CA}" srcOrd="6" destOrd="0" presId="urn:microsoft.com/office/officeart/2005/8/layout/cycle1"/>
    <dgm:cxn modelId="{F8E50A0C-C776-4A91-B877-0CCDED0337FA}" type="presParOf" srcId="{04BEB786-6225-4449-898E-D82CF3F7D100}" destId="{5DD418B6-C817-4A0B-905A-6358F98757F2}" srcOrd="7" destOrd="0" presId="urn:microsoft.com/office/officeart/2005/8/layout/cycle1"/>
    <dgm:cxn modelId="{4A3ECCD0-865A-467B-AD02-744BE6ED8506}" type="presParOf" srcId="{04BEB786-6225-4449-898E-D82CF3F7D100}" destId="{1C30D60D-8F0A-44FC-99D0-64824C0A4056}" srcOrd="8" destOrd="0" presId="urn:microsoft.com/office/officeart/2005/8/layout/cycle1"/>
    <dgm:cxn modelId="{46B4B98F-BA0F-417C-9678-FFD651AC1CAA}" type="presParOf" srcId="{04BEB786-6225-4449-898E-D82CF3F7D100}" destId="{22874B5C-0F09-4000-A27C-3EC7519FD540}" srcOrd="9" destOrd="0" presId="urn:microsoft.com/office/officeart/2005/8/layout/cycle1"/>
    <dgm:cxn modelId="{D4FA58CF-4855-47DD-8B6B-1052D1BCAF15}" type="presParOf" srcId="{04BEB786-6225-4449-898E-D82CF3F7D100}" destId="{E0E8E280-19CF-4867-92A3-0A85BADDB618}" srcOrd="10" destOrd="0" presId="urn:microsoft.com/office/officeart/2005/8/layout/cycle1"/>
    <dgm:cxn modelId="{561C80C1-58FB-4B30-8DB7-C40B199EEACD}" type="presParOf" srcId="{04BEB786-6225-4449-898E-D82CF3F7D100}" destId="{E0A1D0C0-EF7D-4879-A78A-4C6E476A0FA5}" srcOrd="11" destOrd="0" presId="urn:microsoft.com/office/officeart/2005/8/layout/cycle1"/>
    <dgm:cxn modelId="{A6AAC2DD-F15D-4BE5-B51D-FF7BB5963493}" type="presParOf" srcId="{04BEB786-6225-4449-898E-D82CF3F7D100}" destId="{2B645E33-1AFD-44F4-8180-A1CE36608569}" srcOrd="12" destOrd="0" presId="urn:microsoft.com/office/officeart/2005/8/layout/cycle1"/>
    <dgm:cxn modelId="{F464A051-933B-451B-8C6F-546DAF5E9CFF}" type="presParOf" srcId="{04BEB786-6225-4449-898E-D82CF3F7D100}" destId="{115F727B-AAA3-4B9E-A10B-747FB5BA5DB6}" srcOrd="13" destOrd="0" presId="urn:microsoft.com/office/officeart/2005/8/layout/cycle1"/>
    <dgm:cxn modelId="{81F3F340-BAA0-45AA-893E-D8AA44E33C55}" type="presParOf" srcId="{04BEB786-6225-4449-898E-D82CF3F7D100}" destId="{DF822E55-0C81-43D4-9EB5-392D547B8809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976B58-C9AF-41AE-8D12-9C10A33488E5}" type="doc">
      <dgm:prSet loTypeId="urn:microsoft.com/office/officeart/2005/8/layout/hList6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FB064C18-3FE0-4550-BCC1-B3F7D0099CEB}">
      <dgm:prSet phldrT="[Texto]" custT="1"/>
      <dgm:spPr/>
      <dgm:t>
        <a:bodyPr/>
        <a:lstStyle/>
        <a:p>
          <a:pPr marL="171450" lvl="1" indent="0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s-MX" sz="1800" dirty="0"/>
        </a:p>
      </dgm:t>
    </dgm:pt>
    <dgm:pt modelId="{45FAD2B3-5343-4244-BCEE-ED49BD9EE0CA}" type="parTrans" cxnId="{E93B4446-8868-4484-86D0-A36A8DBF7D47}">
      <dgm:prSet/>
      <dgm:spPr/>
      <dgm:t>
        <a:bodyPr/>
        <a:lstStyle/>
        <a:p>
          <a:endParaRPr lang="es-MX"/>
        </a:p>
      </dgm:t>
    </dgm:pt>
    <dgm:pt modelId="{9FB62704-6555-4CA5-BAF8-3C3330823924}" type="sibTrans" cxnId="{E93B4446-8868-4484-86D0-A36A8DBF7D47}">
      <dgm:prSet/>
      <dgm:spPr/>
      <dgm:t>
        <a:bodyPr/>
        <a:lstStyle/>
        <a:p>
          <a:endParaRPr lang="es-MX"/>
        </a:p>
      </dgm:t>
    </dgm:pt>
    <dgm:pt modelId="{463115DB-88F2-40AB-8289-A639588F470C}">
      <dgm:prSet phldrT="[Texto]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s-MX" b="1" dirty="0">
              <a:solidFill>
                <a:schemeClr val="bg1"/>
              </a:solidFill>
            </a:rPr>
            <a:t>Sobrecostos y retrasos:</a:t>
          </a:r>
          <a:r>
            <a:rPr lang="es-MX" dirty="0">
              <a:solidFill>
                <a:schemeClr val="bg1"/>
              </a:solidFill>
            </a:rPr>
            <a:t> </a:t>
          </a:r>
          <a:r>
            <a:rPr lang="es-MX" dirty="0"/>
            <a:t>El presupuesto se agota y los plazos se incumplen repetidamente debido a estimaciones basadas en requisitos vagos.</a:t>
          </a:r>
        </a:p>
      </dgm:t>
    </dgm:pt>
    <dgm:pt modelId="{12A01AC9-D9F6-4137-9E31-FB9CE94A0BBC}" type="parTrans" cxnId="{949DA9F3-6F57-425F-B81D-24DBF8CEAABD}">
      <dgm:prSet/>
      <dgm:spPr/>
      <dgm:t>
        <a:bodyPr/>
        <a:lstStyle/>
        <a:p>
          <a:endParaRPr lang="es-MX"/>
        </a:p>
      </dgm:t>
    </dgm:pt>
    <dgm:pt modelId="{2AB2F217-69C7-4975-8434-F10F49DF265F}" type="sibTrans" cxnId="{949DA9F3-6F57-425F-B81D-24DBF8CEAABD}">
      <dgm:prSet/>
      <dgm:spPr/>
      <dgm:t>
        <a:bodyPr/>
        <a:lstStyle/>
        <a:p>
          <a:endParaRPr lang="es-MX"/>
        </a:p>
      </dgm:t>
    </dgm:pt>
    <dgm:pt modelId="{444CA9BD-861C-4AC5-BD80-1ABF107E177F}">
      <dgm:prSet phldrT="[Texto]"/>
      <dgm:spPr/>
      <dgm:t>
        <a:bodyPr/>
        <a:lstStyle/>
        <a:p>
          <a:r>
            <a:rPr lang="es-MX" b="1" dirty="0"/>
            <a:t>Insatisfacción del usuario final:</a:t>
          </a:r>
          <a:r>
            <a:rPr lang="es-MX" dirty="0"/>
            <a:t> El producto se entrega a tiempo, pero nadie lo usa porque no resuelve el problema real del negocio.</a:t>
          </a:r>
        </a:p>
      </dgm:t>
    </dgm:pt>
    <dgm:pt modelId="{E06A2117-0229-4801-B120-559A0C94DF9B}" type="parTrans" cxnId="{AAF221F8-09E6-417A-8E81-ED00E9BF816E}">
      <dgm:prSet/>
      <dgm:spPr/>
      <dgm:t>
        <a:bodyPr/>
        <a:lstStyle/>
        <a:p>
          <a:endParaRPr lang="es-MX"/>
        </a:p>
      </dgm:t>
    </dgm:pt>
    <dgm:pt modelId="{1DB7FAAC-623E-468C-9633-A238ADC09D9C}" type="sibTrans" cxnId="{AAF221F8-09E6-417A-8E81-ED00E9BF816E}">
      <dgm:prSet/>
      <dgm:spPr/>
      <dgm:t>
        <a:bodyPr/>
        <a:lstStyle/>
        <a:p>
          <a:endParaRPr lang="es-MX"/>
        </a:p>
      </dgm:t>
    </dgm:pt>
    <dgm:pt modelId="{FCA79A32-DF08-4FF8-B02F-4EF47E4092CB}">
      <dgm:prSet phldrT="[Texto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1800" b="1" dirty="0">
              <a:solidFill>
                <a:schemeClr val="bg1"/>
              </a:solidFill>
            </a:rPr>
            <a:t>Deslizamiento del alcance (</a:t>
          </a:r>
          <a:r>
            <a:rPr lang="es-MX" sz="1800" b="1" i="1" dirty="0" err="1">
              <a:solidFill>
                <a:schemeClr val="bg1"/>
              </a:solidFill>
            </a:rPr>
            <a:t>Scope</a:t>
          </a:r>
          <a:r>
            <a:rPr lang="es-MX" sz="1800" b="1" i="1" dirty="0">
              <a:solidFill>
                <a:schemeClr val="bg1"/>
              </a:solidFill>
            </a:rPr>
            <a:t> </a:t>
          </a:r>
          <a:r>
            <a:rPr lang="es-MX" sz="1800" b="1" i="1" dirty="0" err="1">
              <a:solidFill>
                <a:schemeClr val="bg1"/>
              </a:solidFill>
            </a:rPr>
            <a:t>Creep</a:t>
          </a:r>
          <a:r>
            <a:rPr lang="es-MX" sz="1800" b="1" dirty="0">
              <a:solidFill>
                <a:schemeClr val="bg1"/>
              </a:solidFill>
            </a:rPr>
            <a:t>):</a:t>
          </a:r>
          <a:r>
            <a:rPr lang="es-MX" sz="1800" b="1" dirty="0"/>
            <a:t>Cambios constantes y no planificados en las funcionalidades del sistema a mitad del desarrollo.</a:t>
          </a:r>
          <a:endParaRPr lang="es-MX" sz="1800" dirty="0"/>
        </a:p>
        <a:p>
          <a:pPr marL="0" lvl="0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800" dirty="0"/>
        </a:p>
      </dgm:t>
    </dgm:pt>
    <dgm:pt modelId="{BA6F15A2-CF6B-4457-8957-25E1681DFE3A}" type="sibTrans" cxnId="{646CB9F1-98A1-4754-B996-F2F8615E3752}">
      <dgm:prSet/>
      <dgm:spPr/>
      <dgm:t>
        <a:bodyPr/>
        <a:lstStyle/>
        <a:p>
          <a:endParaRPr lang="es-MX"/>
        </a:p>
      </dgm:t>
    </dgm:pt>
    <dgm:pt modelId="{B5E786AA-DB12-47F7-9642-C936111D031F}" type="parTrans" cxnId="{646CB9F1-98A1-4754-B996-F2F8615E3752}">
      <dgm:prSet/>
      <dgm:spPr/>
      <dgm:t>
        <a:bodyPr/>
        <a:lstStyle/>
        <a:p>
          <a:endParaRPr lang="es-MX"/>
        </a:p>
      </dgm:t>
    </dgm:pt>
    <dgm:pt modelId="{4A32B57B-0B7F-4F99-8F61-FC7B66B463EE}">
      <dgm:prSet/>
      <dgm:spPr/>
      <dgm:t>
        <a:bodyPr/>
        <a:lstStyle/>
        <a:p>
          <a:r>
            <a:rPr lang="es-MX" b="1" dirty="0">
              <a:solidFill>
                <a:schemeClr val="bg1"/>
              </a:solidFill>
            </a:rPr>
            <a:t>Alto índice de retrabajo: </a:t>
          </a:r>
          <a:r>
            <a:rPr lang="es-MX" dirty="0"/>
            <a:t>Los desarrolladores tienen que rehacer código frecuentemente porque "no era exactamente eso lo que el cliente quería".</a:t>
          </a:r>
        </a:p>
      </dgm:t>
    </dgm:pt>
    <dgm:pt modelId="{6AA43754-4388-42C9-AEAF-8C380DED6010}" type="parTrans" cxnId="{9B67051F-D7D2-4FF7-858D-770E2909386C}">
      <dgm:prSet/>
      <dgm:spPr/>
      <dgm:t>
        <a:bodyPr/>
        <a:lstStyle/>
        <a:p>
          <a:endParaRPr lang="es-MX"/>
        </a:p>
      </dgm:t>
    </dgm:pt>
    <dgm:pt modelId="{406D85D2-D37B-4137-9DB2-C2648B03F8F4}" type="sibTrans" cxnId="{9B67051F-D7D2-4FF7-858D-770E2909386C}">
      <dgm:prSet/>
      <dgm:spPr/>
      <dgm:t>
        <a:bodyPr/>
        <a:lstStyle/>
        <a:p>
          <a:endParaRPr lang="es-MX"/>
        </a:p>
      </dgm:t>
    </dgm:pt>
    <dgm:pt modelId="{3C271C75-A140-4EE2-92D7-2767E98EE759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s-MX" b="1"/>
            <a:t>Conflictos en el equipo:</a:t>
          </a:r>
          <a:r>
            <a:rPr lang="es-MX"/>
            <a:t> Frustración entre desarrolladores,</a:t>
          </a:r>
        </a:p>
      </dgm:t>
    </dgm:pt>
    <dgm:pt modelId="{0F574B1F-4CF2-4612-A9AE-47B4BB71835C}" type="parTrans" cxnId="{B2AAF0E6-3866-4083-9DD0-8069A96E941D}">
      <dgm:prSet/>
      <dgm:spPr/>
      <dgm:t>
        <a:bodyPr/>
        <a:lstStyle/>
        <a:p>
          <a:endParaRPr lang="es-MX"/>
        </a:p>
      </dgm:t>
    </dgm:pt>
    <dgm:pt modelId="{E0D0852C-81AD-44C3-A37A-D22ECD928AE2}" type="sibTrans" cxnId="{B2AAF0E6-3866-4083-9DD0-8069A96E941D}">
      <dgm:prSet/>
      <dgm:spPr/>
      <dgm:t>
        <a:bodyPr/>
        <a:lstStyle/>
        <a:p>
          <a:endParaRPr lang="es-MX"/>
        </a:p>
      </dgm:t>
    </dgm:pt>
    <dgm:pt modelId="{3BE64A9C-E724-4166-AC4A-68860B38E7B8}" type="pres">
      <dgm:prSet presAssocID="{06976B58-C9AF-41AE-8D12-9C10A33488E5}" presName="Name0" presStyleCnt="0">
        <dgm:presLayoutVars>
          <dgm:dir/>
          <dgm:resizeHandles val="exact"/>
        </dgm:presLayoutVars>
      </dgm:prSet>
      <dgm:spPr/>
    </dgm:pt>
    <dgm:pt modelId="{83B2A8C5-6D0D-46E4-B040-AB0889C81306}" type="pres">
      <dgm:prSet presAssocID="{FCA79A32-DF08-4FF8-B02F-4EF47E4092CB}" presName="node" presStyleLbl="node1" presStyleIdx="0" presStyleCnt="5" custLinFactX="-21590" custLinFactNeighborX="-100000" custLinFactNeighborY="-3405">
        <dgm:presLayoutVars>
          <dgm:bulletEnabled val="1"/>
        </dgm:presLayoutVars>
      </dgm:prSet>
      <dgm:spPr/>
    </dgm:pt>
    <dgm:pt modelId="{716ACBE7-1915-48AD-BECF-D6AF6E0DAEBC}" type="pres">
      <dgm:prSet presAssocID="{BA6F15A2-CF6B-4457-8957-25E1681DFE3A}" presName="sibTrans" presStyleCnt="0"/>
      <dgm:spPr/>
    </dgm:pt>
    <dgm:pt modelId="{66F6EC73-77DA-427D-9104-40B67F93D3A7}" type="pres">
      <dgm:prSet presAssocID="{4A32B57B-0B7F-4F99-8F61-FC7B66B463EE}" presName="node" presStyleLbl="node1" presStyleIdx="1" presStyleCnt="5">
        <dgm:presLayoutVars>
          <dgm:bulletEnabled val="1"/>
        </dgm:presLayoutVars>
      </dgm:prSet>
      <dgm:spPr/>
    </dgm:pt>
    <dgm:pt modelId="{3FB0053E-CEFD-41EE-A34D-EB078E63AA13}" type="pres">
      <dgm:prSet presAssocID="{406D85D2-D37B-4137-9DB2-C2648B03F8F4}" presName="sibTrans" presStyleCnt="0"/>
      <dgm:spPr/>
    </dgm:pt>
    <dgm:pt modelId="{2F00B683-2723-471A-9991-E40BF2F5E27C}" type="pres">
      <dgm:prSet presAssocID="{463115DB-88F2-40AB-8289-A639588F470C}" presName="node" presStyleLbl="node1" presStyleIdx="2" presStyleCnt="5">
        <dgm:presLayoutVars>
          <dgm:bulletEnabled val="1"/>
        </dgm:presLayoutVars>
      </dgm:prSet>
      <dgm:spPr/>
    </dgm:pt>
    <dgm:pt modelId="{290ADE07-B271-44C5-AAE9-168F15E449E9}" type="pres">
      <dgm:prSet presAssocID="{2AB2F217-69C7-4975-8434-F10F49DF265F}" presName="sibTrans" presStyleCnt="0"/>
      <dgm:spPr/>
    </dgm:pt>
    <dgm:pt modelId="{FB58E1A2-2457-48C5-B721-4E9626A19474}" type="pres">
      <dgm:prSet presAssocID="{444CA9BD-861C-4AC5-BD80-1ABF107E177F}" presName="node" presStyleLbl="node1" presStyleIdx="3" presStyleCnt="5">
        <dgm:presLayoutVars>
          <dgm:bulletEnabled val="1"/>
        </dgm:presLayoutVars>
      </dgm:prSet>
      <dgm:spPr/>
    </dgm:pt>
    <dgm:pt modelId="{DA321543-910E-47D0-9B70-0C80C84DD037}" type="pres">
      <dgm:prSet presAssocID="{1DB7FAAC-623E-468C-9633-A238ADC09D9C}" presName="sibTrans" presStyleCnt="0"/>
      <dgm:spPr/>
    </dgm:pt>
    <dgm:pt modelId="{CDA29082-4305-4228-BD17-396A4C686208}" type="pres">
      <dgm:prSet presAssocID="{3C271C75-A140-4EE2-92D7-2767E98EE759}" presName="node" presStyleLbl="node1" presStyleIdx="4" presStyleCnt="5">
        <dgm:presLayoutVars>
          <dgm:bulletEnabled val="1"/>
        </dgm:presLayoutVars>
      </dgm:prSet>
      <dgm:spPr/>
    </dgm:pt>
  </dgm:ptLst>
  <dgm:cxnLst>
    <dgm:cxn modelId="{9B67051F-D7D2-4FF7-858D-770E2909386C}" srcId="{06976B58-C9AF-41AE-8D12-9C10A33488E5}" destId="{4A32B57B-0B7F-4F99-8F61-FC7B66B463EE}" srcOrd="1" destOrd="0" parTransId="{6AA43754-4388-42C9-AEAF-8C380DED6010}" sibTransId="{406D85D2-D37B-4137-9DB2-C2648B03F8F4}"/>
    <dgm:cxn modelId="{6207D626-108B-441A-8220-6BD943586335}" type="presOf" srcId="{06976B58-C9AF-41AE-8D12-9C10A33488E5}" destId="{3BE64A9C-E724-4166-AC4A-68860B38E7B8}" srcOrd="0" destOrd="0" presId="urn:microsoft.com/office/officeart/2005/8/layout/hList6"/>
    <dgm:cxn modelId="{524A8135-6344-4D1B-81FB-C88A7827DF30}" type="presOf" srcId="{444CA9BD-861C-4AC5-BD80-1ABF107E177F}" destId="{FB58E1A2-2457-48C5-B721-4E9626A19474}" srcOrd="0" destOrd="0" presId="urn:microsoft.com/office/officeart/2005/8/layout/hList6"/>
    <dgm:cxn modelId="{E93B4446-8868-4484-86D0-A36A8DBF7D47}" srcId="{FCA79A32-DF08-4FF8-B02F-4EF47E4092CB}" destId="{FB064C18-3FE0-4550-BCC1-B3F7D0099CEB}" srcOrd="0" destOrd="0" parTransId="{45FAD2B3-5343-4244-BCEE-ED49BD9EE0CA}" sibTransId="{9FB62704-6555-4CA5-BAF8-3C3330823924}"/>
    <dgm:cxn modelId="{0EA0FF48-FFAE-4EA9-A0B5-7A9786D4E010}" type="presOf" srcId="{3C271C75-A140-4EE2-92D7-2767E98EE759}" destId="{CDA29082-4305-4228-BD17-396A4C686208}" srcOrd="0" destOrd="0" presId="urn:microsoft.com/office/officeart/2005/8/layout/hList6"/>
    <dgm:cxn modelId="{1D009870-3DE9-4D7B-8A62-4603C150A080}" type="presOf" srcId="{4A32B57B-0B7F-4F99-8F61-FC7B66B463EE}" destId="{66F6EC73-77DA-427D-9104-40B67F93D3A7}" srcOrd="0" destOrd="0" presId="urn:microsoft.com/office/officeart/2005/8/layout/hList6"/>
    <dgm:cxn modelId="{F4FED773-2B2B-4006-BD0A-E01F4DE3FADD}" type="presOf" srcId="{FB064C18-3FE0-4550-BCC1-B3F7D0099CEB}" destId="{83B2A8C5-6D0D-46E4-B040-AB0889C81306}" srcOrd="0" destOrd="1" presId="urn:microsoft.com/office/officeart/2005/8/layout/hList6"/>
    <dgm:cxn modelId="{596D4B75-96FE-4E2F-8D2D-BAC1FF3EF801}" type="presOf" srcId="{463115DB-88F2-40AB-8289-A639588F470C}" destId="{2F00B683-2723-471A-9991-E40BF2F5E27C}" srcOrd="0" destOrd="0" presId="urn:microsoft.com/office/officeart/2005/8/layout/hList6"/>
    <dgm:cxn modelId="{B4D01FB4-0B56-4F7A-A702-D099A7A358B3}" type="presOf" srcId="{FCA79A32-DF08-4FF8-B02F-4EF47E4092CB}" destId="{83B2A8C5-6D0D-46E4-B040-AB0889C81306}" srcOrd="0" destOrd="0" presId="urn:microsoft.com/office/officeart/2005/8/layout/hList6"/>
    <dgm:cxn modelId="{B2AAF0E6-3866-4083-9DD0-8069A96E941D}" srcId="{06976B58-C9AF-41AE-8D12-9C10A33488E5}" destId="{3C271C75-A140-4EE2-92D7-2767E98EE759}" srcOrd="4" destOrd="0" parTransId="{0F574B1F-4CF2-4612-A9AE-47B4BB71835C}" sibTransId="{E0D0852C-81AD-44C3-A37A-D22ECD928AE2}"/>
    <dgm:cxn modelId="{646CB9F1-98A1-4754-B996-F2F8615E3752}" srcId="{06976B58-C9AF-41AE-8D12-9C10A33488E5}" destId="{FCA79A32-DF08-4FF8-B02F-4EF47E4092CB}" srcOrd="0" destOrd="0" parTransId="{B5E786AA-DB12-47F7-9642-C936111D031F}" sibTransId="{BA6F15A2-CF6B-4457-8957-25E1681DFE3A}"/>
    <dgm:cxn modelId="{949DA9F3-6F57-425F-B81D-24DBF8CEAABD}" srcId="{06976B58-C9AF-41AE-8D12-9C10A33488E5}" destId="{463115DB-88F2-40AB-8289-A639588F470C}" srcOrd="2" destOrd="0" parTransId="{12A01AC9-D9F6-4137-9E31-FB9CE94A0BBC}" sibTransId="{2AB2F217-69C7-4975-8434-F10F49DF265F}"/>
    <dgm:cxn modelId="{AAF221F8-09E6-417A-8E81-ED00E9BF816E}" srcId="{06976B58-C9AF-41AE-8D12-9C10A33488E5}" destId="{444CA9BD-861C-4AC5-BD80-1ABF107E177F}" srcOrd="3" destOrd="0" parTransId="{E06A2117-0229-4801-B120-559A0C94DF9B}" sibTransId="{1DB7FAAC-623E-468C-9633-A238ADC09D9C}"/>
    <dgm:cxn modelId="{5DB9005B-F563-4C57-B87C-9D8AAEDC31E9}" type="presParOf" srcId="{3BE64A9C-E724-4166-AC4A-68860B38E7B8}" destId="{83B2A8C5-6D0D-46E4-B040-AB0889C81306}" srcOrd="0" destOrd="0" presId="urn:microsoft.com/office/officeart/2005/8/layout/hList6"/>
    <dgm:cxn modelId="{EACADE19-9E08-4250-8F62-4BB9D9535BFC}" type="presParOf" srcId="{3BE64A9C-E724-4166-AC4A-68860B38E7B8}" destId="{716ACBE7-1915-48AD-BECF-D6AF6E0DAEBC}" srcOrd="1" destOrd="0" presId="urn:microsoft.com/office/officeart/2005/8/layout/hList6"/>
    <dgm:cxn modelId="{27D29307-2382-4928-A57E-2BD31D15C941}" type="presParOf" srcId="{3BE64A9C-E724-4166-AC4A-68860B38E7B8}" destId="{66F6EC73-77DA-427D-9104-40B67F93D3A7}" srcOrd="2" destOrd="0" presId="urn:microsoft.com/office/officeart/2005/8/layout/hList6"/>
    <dgm:cxn modelId="{EB4FC81A-61FF-4DD2-8617-02D7B388A8FF}" type="presParOf" srcId="{3BE64A9C-E724-4166-AC4A-68860B38E7B8}" destId="{3FB0053E-CEFD-41EE-A34D-EB078E63AA13}" srcOrd="3" destOrd="0" presId="urn:microsoft.com/office/officeart/2005/8/layout/hList6"/>
    <dgm:cxn modelId="{D26E5BF2-7EC8-4EC4-A037-084C500ECF15}" type="presParOf" srcId="{3BE64A9C-E724-4166-AC4A-68860B38E7B8}" destId="{2F00B683-2723-471A-9991-E40BF2F5E27C}" srcOrd="4" destOrd="0" presId="urn:microsoft.com/office/officeart/2005/8/layout/hList6"/>
    <dgm:cxn modelId="{6AC974EE-68F2-411D-8823-ACBC62AAC8CD}" type="presParOf" srcId="{3BE64A9C-E724-4166-AC4A-68860B38E7B8}" destId="{290ADE07-B271-44C5-AAE9-168F15E449E9}" srcOrd="5" destOrd="0" presId="urn:microsoft.com/office/officeart/2005/8/layout/hList6"/>
    <dgm:cxn modelId="{71D60288-A489-413C-9BC7-73C1F937B349}" type="presParOf" srcId="{3BE64A9C-E724-4166-AC4A-68860B38E7B8}" destId="{FB58E1A2-2457-48C5-B721-4E9626A19474}" srcOrd="6" destOrd="0" presId="urn:microsoft.com/office/officeart/2005/8/layout/hList6"/>
    <dgm:cxn modelId="{C5EB332F-0089-4B84-9167-E7C2752A5D5A}" type="presParOf" srcId="{3BE64A9C-E724-4166-AC4A-68860B38E7B8}" destId="{DA321543-910E-47D0-9B70-0C80C84DD037}" srcOrd="7" destOrd="0" presId="urn:microsoft.com/office/officeart/2005/8/layout/hList6"/>
    <dgm:cxn modelId="{1582FD23-ED70-4522-BCB7-84A78092C310}" type="presParOf" srcId="{3BE64A9C-E724-4166-AC4A-68860B38E7B8}" destId="{CDA29082-4305-4228-BD17-396A4C686208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2548C1-5F6F-45F4-8BBE-745CDED675F3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875F1EA-3228-4E59-BD76-016909C5249E}">
      <dgm:prSet phldrT="[Texto]"/>
      <dgm:spPr/>
      <dgm:t>
        <a:bodyPr/>
        <a:lstStyle/>
        <a:p>
          <a:r>
            <a:rPr lang="es-MX" i="1" dirty="0"/>
            <a:t>1. </a:t>
          </a:r>
          <a:r>
            <a:rPr lang="es-MX" dirty="0"/>
            <a:t>Asunciones no validadas</a:t>
          </a:r>
        </a:p>
      </dgm:t>
    </dgm:pt>
    <dgm:pt modelId="{05BC3CF9-1AD7-428B-A9BE-374DF8F7743A}" type="parTrans" cxnId="{C4EA431B-D734-474F-9687-30E8817D5010}">
      <dgm:prSet/>
      <dgm:spPr/>
      <dgm:t>
        <a:bodyPr/>
        <a:lstStyle/>
        <a:p>
          <a:endParaRPr lang="es-MX"/>
        </a:p>
      </dgm:t>
    </dgm:pt>
    <dgm:pt modelId="{6564D524-7494-480E-BC77-C0549C516799}" type="sibTrans" cxnId="{C4EA431B-D734-474F-9687-30E8817D5010}">
      <dgm:prSet/>
      <dgm:spPr/>
      <dgm:t>
        <a:bodyPr/>
        <a:lstStyle/>
        <a:p>
          <a:endParaRPr lang="es-MX"/>
        </a:p>
      </dgm:t>
    </dgm:pt>
    <dgm:pt modelId="{090A9D48-C879-4E6B-AD93-FE2575FDA9DF}">
      <dgm:prSet phldrT="[Texto]"/>
      <dgm:spPr/>
      <dgm:t>
        <a:bodyPr/>
        <a:lstStyle/>
        <a:p>
          <a:r>
            <a:rPr lang="es-MX" dirty="0"/>
            <a:t>2. Participación deficiente del cliente</a:t>
          </a:r>
        </a:p>
      </dgm:t>
    </dgm:pt>
    <dgm:pt modelId="{DC4F03BE-07B8-4D8B-B021-E0D1D73FFDA5}" type="parTrans" cxnId="{C3F9936D-A1DE-4670-9794-90063F348B86}">
      <dgm:prSet/>
      <dgm:spPr/>
      <dgm:t>
        <a:bodyPr/>
        <a:lstStyle/>
        <a:p>
          <a:endParaRPr lang="es-MX"/>
        </a:p>
      </dgm:t>
    </dgm:pt>
    <dgm:pt modelId="{C2839279-576F-44A3-8CC8-3534CFBB70A7}" type="sibTrans" cxnId="{C3F9936D-A1DE-4670-9794-90063F348B86}">
      <dgm:prSet/>
      <dgm:spPr/>
      <dgm:t>
        <a:bodyPr/>
        <a:lstStyle/>
        <a:p>
          <a:endParaRPr lang="es-MX"/>
        </a:p>
      </dgm:t>
    </dgm:pt>
    <dgm:pt modelId="{B121979F-2BD9-449E-B9E9-20B176930D27}">
      <dgm:prSet phldrT="[Texto]"/>
      <dgm:spPr/>
      <dgm:t>
        <a:bodyPr/>
        <a:lstStyle/>
        <a:p>
          <a:r>
            <a:rPr lang="es-MX" dirty="0"/>
            <a:t>3. Requisitos ambiguos y no medibles</a:t>
          </a:r>
        </a:p>
      </dgm:t>
    </dgm:pt>
    <dgm:pt modelId="{9CF25BEF-AB2A-42C0-9CE7-D8CDD652F774}" type="parTrans" cxnId="{129C174B-D2A6-4562-8C93-2F2ACD0C629C}">
      <dgm:prSet/>
      <dgm:spPr/>
      <dgm:t>
        <a:bodyPr/>
        <a:lstStyle/>
        <a:p>
          <a:endParaRPr lang="es-MX"/>
        </a:p>
      </dgm:t>
    </dgm:pt>
    <dgm:pt modelId="{C1D966ED-46BD-48F3-825F-9291D1422D0D}" type="sibTrans" cxnId="{129C174B-D2A6-4562-8C93-2F2ACD0C629C}">
      <dgm:prSet/>
      <dgm:spPr/>
      <dgm:t>
        <a:bodyPr/>
        <a:lstStyle/>
        <a:p>
          <a:endParaRPr lang="es-MX"/>
        </a:p>
      </dgm:t>
    </dgm:pt>
    <dgm:pt modelId="{A81544C6-8F51-47CF-B7E6-62AB7B5005E2}">
      <dgm:prSet phldrT="[Texto]"/>
      <dgm:spPr/>
      <dgm:t>
        <a:bodyPr/>
        <a:lstStyle/>
        <a:p>
          <a:r>
            <a:rPr lang="es-MX" dirty="0"/>
            <a:t>4. Mala gestión de cambios</a:t>
          </a:r>
        </a:p>
      </dgm:t>
    </dgm:pt>
    <dgm:pt modelId="{56ED336A-AB65-4A40-BB21-F7F14A27FF48}" type="parTrans" cxnId="{65C254DC-CDC3-4E69-AAC6-A024D7922EE4}">
      <dgm:prSet/>
      <dgm:spPr/>
      <dgm:t>
        <a:bodyPr/>
        <a:lstStyle/>
        <a:p>
          <a:endParaRPr lang="es-MX"/>
        </a:p>
      </dgm:t>
    </dgm:pt>
    <dgm:pt modelId="{131836D3-F940-4C18-9409-102714AACF0A}" type="sibTrans" cxnId="{65C254DC-CDC3-4E69-AAC6-A024D7922EE4}">
      <dgm:prSet/>
      <dgm:spPr/>
      <dgm:t>
        <a:bodyPr/>
        <a:lstStyle/>
        <a:p>
          <a:endParaRPr lang="es-MX"/>
        </a:p>
      </dgm:t>
    </dgm:pt>
    <dgm:pt modelId="{04BEB786-6225-4449-898E-D82CF3F7D100}" type="pres">
      <dgm:prSet presAssocID="{CF2548C1-5F6F-45F4-8BBE-745CDED675F3}" presName="cycle" presStyleCnt="0">
        <dgm:presLayoutVars>
          <dgm:dir/>
          <dgm:resizeHandles val="exact"/>
        </dgm:presLayoutVars>
      </dgm:prSet>
      <dgm:spPr/>
    </dgm:pt>
    <dgm:pt modelId="{14C9BC71-E5B2-4529-84D9-141AC59AC630}" type="pres">
      <dgm:prSet presAssocID="{2875F1EA-3228-4E59-BD76-016909C5249E}" presName="dummy" presStyleCnt="0"/>
      <dgm:spPr/>
    </dgm:pt>
    <dgm:pt modelId="{9E9BFEA5-EEFA-46B5-BF0F-F639EA5C1EBF}" type="pres">
      <dgm:prSet presAssocID="{2875F1EA-3228-4E59-BD76-016909C5249E}" presName="node" presStyleLbl="revTx" presStyleIdx="0" presStyleCnt="4">
        <dgm:presLayoutVars>
          <dgm:bulletEnabled val="1"/>
        </dgm:presLayoutVars>
      </dgm:prSet>
      <dgm:spPr/>
    </dgm:pt>
    <dgm:pt modelId="{D12EB265-4A27-4F52-8D22-0592C41DC10F}" type="pres">
      <dgm:prSet presAssocID="{6564D524-7494-480E-BC77-C0549C516799}" presName="sibTrans" presStyleLbl="node1" presStyleIdx="0" presStyleCnt="4"/>
      <dgm:spPr/>
    </dgm:pt>
    <dgm:pt modelId="{DB962985-3CE0-4AB8-989D-6DFA66855A95}" type="pres">
      <dgm:prSet presAssocID="{090A9D48-C879-4E6B-AD93-FE2575FDA9DF}" presName="dummy" presStyleCnt="0"/>
      <dgm:spPr/>
    </dgm:pt>
    <dgm:pt modelId="{9073F9DE-F731-44DB-A272-0CCFF52A3DA6}" type="pres">
      <dgm:prSet presAssocID="{090A9D48-C879-4E6B-AD93-FE2575FDA9DF}" presName="node" presStyleLbl="revTx" presStyleIdx="1" presStyleCnt="4">
        <dgm:presLayoutVars>
          <dgm:bulletEnabled val="1"/>
        </dgm:presLayoutVars>
      </dgm:prSet>
      <dgm:spPr/>
    </dgm:pt>
    <dgm:pt modelId="{ED581706-FFEB-431A-B189-F5F97FF934E9}" type="pres">
      <dgm:prSet presAssocID="{C2839279-576F-44A3-8CC8-3534CFBB70A7}" presName="sibTrans" presStyleLbl="node1" presStyleIdx="1" presStyleCnt="4"/>
      <dgm:spPr/>
    </dgm:pt>
    <dgm:pt modelId="{F31E343C-BF96-4CF5-9EAD-D8F279D4C5CA}" type="pres">
      <dgm:prSet presAssocID="{B121979F-2BD9-449E-B9E9-20B176930D27}" presName="dummy" presStyleCnt="0"/>
      <dgm:spPr/>
    </dgm:pt>
    <dgm:pt modelId="{5DD418B6-C817-4A0B-905A-6358F98757F2}" type="pres">
      <dgm:prSet presAssocID="{B121979F-2BD9-449E-B9E9-20B176930D27}" presName="node" presStyleLbl="revTx" presStyleIdx="2" presStyleCnt="4">
        <dgm:presLayoutVars>
          <dgm:bulletEnabled val="1"/>
        </dgm:presLayoutVars>
      </dgm:prSet>
      <dgm:spPr/>
    </dgm:pt>
    <dgm:pt modelId="{1C30D60D-8F0A-44FC-99D0-64824C0A4056}" type="pres">
      <dgm:prSet presAssocID="{C1D966ED-46BD-48F3-825F-9291D1422D0D}" presName="sibTrans" presStyleLbl="node1" presStyleIdx="2" presStyleCnt="4"/>
      <dgm:spPr/>
    </dgm:pt>
    <dgm:pt modelId="{22874B5C-0F09-4000-A27C-3EC7519FD540}" type="pres">
      <dgm:prSet presAssocID="{A81544C6-8F51-47CF-B7E6-62AB7B5005E2}" presName="dummy" presStyleCnt="0"/>
      <dgm:spPr/>
    </dgm:pt>
    <dgm:pt modelId="{E0E8E280-19CF-4867-92A3-0A85BADDB618}" type="pres">
      <dgm:prSet presAssocID="{A81544C6-8F51-47CF-B7E6-62AB7B5005E2}" presName="node" presStyleLbl="revTx" presStyleIdx="3" presStyleCnt="4">
        <dgm:presLayoutVars>
          <dgm:bulletEnabled val="1"/>
        </dgm:presLayoutVars>
      </dgm:prSet>
      <dgm:spPr/>
    </dgm:pt>
    <dgm:pt modelId="{E0A1D0C0-EF7D-4879-A78A-4C6E476A0FA5}" type="pres">
      <dgm:prSet presAssocID="{131836D3-F940-4C18-9409-102714AACF0A}" presName="sibTrans" presStyleLbl="node1" presStyleIdx="3" presStyleCnt="4"/>
      <dgm:spPr/>
    </dgm:pt>
  </dgm:ptLst>
  <dgm:cxnLst>
    <dgm:cxn modelId="{693B5306-E69C-4569-AD29-6A41DAE6B094}" type="presOf" srcId="{131836D3-F940-4C18-9409-102714AACF0A}" destId="{E0A1D0C0-EF7D-4879-A78A-4C6E476A0FA5}" srcOrd="0" destOrd="0" presId="urn:microsoft.com/office/officeart/2005/8/layout/cycle1"/>
    <dgm:cxn modelId="{13B8E515-06E3-4D2F-AE0D-425627273AA6}" type="presOf" srcId="{B121979F-2BD9-449E-B9E9-20B176930D27}" destId="{5DD418B6-C817-4A0B-905A-6358F98757F2}" srcOrd="0" destOrd="0" presId="urn:microsoft.com/office/officeart/2005/8/layout/cycle1"/>
    <dgm:cxn modelId="{C4EA431B-D734-474F-9687-30E8817D5010}" srcId="{CF2548C1-5F6F-45F4-8BBE-745CDED675F3}" destId="{2875F1EA-3228-4E59-BD76-016909C5249E}" srcOrd="0" destOrd="0" parTransId="{05BC3CF9-1AD7-428B-A9BE-374DF8F7743A}" sibTransId="{6564D524-7494-480E-BC77-C0549C516799}"/>
    <dgm:cxn modelId="{7A291A2D-2BC9-40AB-A7B4-37EE0EE86B85}" type="presOf" srcId="{2875F1EA-3228-4E59-BD76-016909C5249E}" destId="{9E9BFEA5-EEFA-46B5-BF0F-F639EA5C1EBF}" srcOrd="0" destOrd="0" presId="urn:microsoft.com/office/officeart/2005/8/layout/cycle1"/>
    <dgm:cxn modelId="{D4EDB942-2A1A-4FD6-BE17-AF3B6D7D659F}" type="presOf" srcId="{CF2548C1-5F6F-45F4-8BBE-745CDED675F3}" destId="{04BEB786-6225-4449-898E-D82CF3F7D100}" srcOrd="0" destOrd="0" presId="urn:microsoft.com/office/officeart/2005/8/layout/cycle1"/>
    <dgm:cxn modelId="{129C174B-D2A6-4562-8C93-2F2ACD0C629C}" srcId="{CF2548C1-5F6F-45F4-8BBE-745CDED675F3}" destId="{B121979F-2BD9-449E-B9E9-20B176930D27}" srcOrd="2" destOrd="0" parTransId="{9CF25BEF-AB2A-42C0-9CE7-D8CDD652F774}" sibTransId="{C1D966ED-46BD-48F3-825F-9291D1422D0D}"/>
    <dgm:cxn modelId="{C3F9936D-A1DE-4670-9794-90063F348B86}" srcId="{CF2548C1-5F6F-45F4-8BBE-745CDED675F3}" destId="{090A9D48-C879-4E6B-AD93-FE2575FDA9DF}" srcOrd="1" destOrd="0" parTransId="{DC4F03BE-07B8-4D8B-B021-E0D1D73FFDA5}" sibTransId="{C2839279-576F-44A3-8CC8-3534CFBB70A7}"/>
    <dgm:cxn modelId="{7C7F8073-3A31-4A26-992B-E3A93D2A7207}" type="presOf" srcId="{6564D524-7494-480E-BC77-C0549C516799}" destId="{D12EB265-4A27-4F52-8D22-0592C41DC10F}" srcOrd="0" destOrd="0" presId="urn:microsoft.com/office/officeart/2005/8/layout/cycle1"/>
    <dgm:cxn modelId="{2C1E259F-1438-4812-9658-E911FC7B4945}" type="presOf" srcId="{C2839279-576F-44A3-8CC8-3534CFBB70A7}" destId="{ED581706-FFEB-431A-B189-F5F97FF934E9}" srcOrd="0" destOrd="0" presId="urn:microsoft.com/office/officeart/2005/8/layout/cycle1"/>
    <dgm:cxn modelId="{630048A4-7D4D-4CC1-965D-9CB4864A95F3}" type="presOf" srcId="{C1D966ED-46BD-48F3-825F-9291D1422D0D}" destId="{1C30D60D-8F0A-44FC-99D0-64824C0A4056}" srcOrd="0" destOrd="0" presId="urn:microsoft.com/office/officeart/2005/8/layout/cycle1"/>
    <dgm:cxn modelId="{A95F92C2-794B-4042-B7C3-BDD08A5BF4F8}" type="presOf" srcId="{A81544C6-8F51-47CF-B7E6-62AB7B5005E2}" destId="{E0E8E280-19CF-4867-92A3-0A85BADDB618}" srcOrd="0" destOrd="0" presId="urn:microsoft.com/office/officeart/2005/8/layout/cycle1"/>
    <dgm:cxn modelId="{ED2A70DB-ABEB-438F-B3F3-86C1B1ABCE3D}" type="presOf" srcId="{090A9D48-C879-4E6B-AD93-FE2575FDA9DF}" destId="{9073F9DE-F731-44DB-A272-0CCFF52A3DA6}" srcOrd="0" destOrd="0" presId="urn:microsoft.com/office/officeart/2005/8/layout/cycle1"/>
    <dgm:cxn modelId="{65C254DC-CDC3-4E69-AAC6-A024D7922EE4}" srcId="{CF2548C1-5F6F-45F4-8BBE-745CDED675F3}" destId="{A81544C6-8F51-47CF-B7E6-62AB7B5005E2}" srcOrd="3" destOrd="0" parTransId="{56ED336A-AB65-4A40-BB21-F7F14A27FF48}" sibTransId="{131836D3-F940-4C18-9409-102714AACF0A}"/>
    <dgm:cxn modelId="{8FDD3594-A637-46D3-9C9D-7F62A13A5513}" type="presParOf" srcId="{04BEB786-6225-4449-898E-D82CF3F7D100}" destId="{14C9BC71-E5B2-4529-84D9-141AC59AC630}" srcOrd="0" destOrd="0" presId="urn:microsoft.com/office/officeart/2005/8/layout/cycle1"/>
    <dgm:cxn modelId="{744AC861-FC07-4B0B-990B-EABC92F399AE}" type="presParOf" srcId="{04BEB786-6225-4449-898E-D82CF3F7D100}" destId="{9E9BFEA5-EEFA-46B5-BF0F-F639EA5C1EBF}" srcOrd="1" destOrd="0" presId="urn:microsoft.com/office/officeart/2005/8/layout/cycle1"/>
    <dgm:cxn modelId="{83CA1F07-9F24-4E33-8257-0C6074E5B217}" type="presParOf" srcId="{04BEB786-6225-4449-898E-D82CF3F7D100}" destId="{D12EB265-4A27-4F52-8D22-0592C41DC10F}" srcOrd="2" destOrd="0" presId="urn:microsoft.com/office/officeart/2005/8/layout/cycle1"/>
    <dgm:cxn modelId="{17D7F7CD-579C-4BF8-A185-44107C28AA04}" type="presParOf" srcId="{04BEB786-6225-4449-898E-D82CF3F7D100}" destId="{DB962985-3CE0-4AB8-989D-6DFA66855A95}" srcOrd="3" destOrd="0" presId="urn:microsoft.com/office/officeart/2005/8/layout/cycle1"/>
    <dgm:cxn modelId="{820C2B6B-005F-4A2C-A669-D02712F384CA}" type="presParOf" srcId="{04BEB786-6225-4449-898E-D82CF3F7D100}" destId="{9073F9DE-F731-44DB-A272-0CCFF52A3DA6}" srcOrd="4" destOrd="0" presId="urn:microsoft.com/office/officeart/2005/8/layout/cycle1"/>
    <dgm:cxn modelId="{D347620C-E1D8-4959-B62B-F7CFF8E896C7}" type="presParOf" srcId="{04BEB786-6225-4449-898E-D82CF3F7D100}" destId="{ED581706-FFEB-431A-B189-F5F97FF934E9}" srcOrd="5" destOrd="0" presId="urn:microsoft.com/office/officeart/2005/8/layout/cycle1"/>
    <dgm:cxn modelId="{B3584D33-2F7E-4DE1-901B-3F0505394416}" type="presParOf" srcId="{04BEB786-6225-4449-898E-D82CF3F7D100}" destId="{F31E343C-BF96-4CF5-9EAD-D8F279D4C5CA}" srcOrd="6" destOrd="0" presId="urn:microsoft.com/office/officeart/2005/8/layout/cycle1"/>
    <dgm:cxn modelId="{F8E50A0C-C776-4A91-B877-0CCDED0337FA}" type="presParOf" srcId="{04BEB786-6225-4449-898E-D82CF3F7D100}" destId="{5DD418B6-C817-4A0B-905A-6358F98757F2}" srcOrd="7" destOrd="0" presId="urn:microsoft.com/office/officeart/2005/8/layout/cycle1"/>
    <dgm:cxn modelId="{4A3ECCD0-865A-467B-AD02-744BE6ED8506}" type="presParOf" srcId="{04BEB786-6225-4449-898E-D82CF3F7D100}" destId="{1C30D60D-8F0A-44FC-99D0-64824C0A4056}" srcOrd="8" destOrd="0" presId="urn:microsoft.com/office/officeart/2005/8/layout/cycle1"/>
    <dgm:cxn modelId="{46B4B98F-BA0F-417C-9678-FFD651AC1CAA}" type="presParOf" srcId="{04BEB786-6225-4449-898E-D82CF3F7D100}" destId="{22874B5C-0F09-4000-A27C-3EC7519FD540}" srcOrd="9" destOrd="0" presId="urn:microsoft.com/office/officeart/2005/8/layout/cycle1"/>
    <dgm:cxn modelId="{D4FA58CF-4855-47DD-8B6B-1052D1BCAF15}" type="presParOf" srcId="{04BEB786-6225-4449-898E-D82CF3F7D100}" destId="{E0E8E280-19CF-4867-92A3-0A85BADDB618}" srcOrd="10" destOrd="0" presId="urn:microsoft.com/office/officeart/2005/8/layout/cycle1"/>
    <dgm:cxn modelId="{561C80C1-58FB-4B30-8DB7-C40B199EEACD}" type="presParOf" srcId="{04BEB786-6225-4449-898E-D82CF3F7D100}" destId="{E0A1D0C0-EF7D-4879-A78A-4C6E476A0FA5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976B58-C9AF-41AE-8D12-9C10A33488E5}" type="doc">
      <dgm:prSet loTypeId="urn:microsoft.com/office/officeart/2005/8/layout/hList6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FB064C18-3FE0-4550-BCC1-B3F7D0099CEB}">
      <dgm:prSet phldrT="[Texto]" custT="1"/>
      <dgm:spPr/>
      <dgm:t>
        <a:bodyPr/>
        <a:lstStyle/>
        <a:p>
          <a:pPr marL="171450" lvl="1" indent="0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s-MX" sz="1800" dirty="0"/>
        </a:p>
      </dgm:t>
    </dgm:pt>
    <dgm:pt modelId="{45FAD2B3-5343-4244-BCEE-ED49BD9EE0CA}" type="parTrans" cxnId="{E93B4446-8868-4484-86D0-A36A8DBF7D47}">
      <dgm:prSet/>
      <dgm:spPr/>
      <dgm:t>
        <a:bodyPr/>
        <a:lstStyle/>
        <a:p>
          <a:endParaRPr lang="es-MX"/>
        </a:p>
      </dgm:t>
    </dgm:pt>
    <dgm:pt modelId="{9FB62704-6555-4CA5-BAF8-3C3330823924}" type="sibTrans" cxnId="{E93B4446-8868-4484-86D0-A36A8DBF7D47}">
      <dgm:prSet/>
      <dgm:spPr/>
      <dgm:t>
        <a:bodyPr/>
        <a:lstStyle/>
        <a:p>
          <a:endParaRPr lang="es-MX"/>
        </a:p>
      </dgm:t>
    </dgm:pt>
    <dgm:pt modelId="{463115DB-88F2-40AB-8289-A639588F470C}">
      <dgm:prSet phldrT="[Texto]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s-MX" dirty="0"/>
            <a:t>Requisitos ambiguos y no medibles: Usar términos como "rápido", "fácil de usar" o "robusto" sin definir métricas exactas.</a:t>
          </a:r>
        </a:p>
      </dgm:t>
    </dgm:pt>
    <dgm:pt modelId="{12A01AC9-D9F6-4137-9E31-FB9CE94A0BBC}" type="parTrans" cxnId="{949DA9F3-6F57-425F-B81D-24DBF8CEAABD}">
      <dgm:prSet/>
      <dgm:spPr/>
      <dgm:t>
        <a:bodyPr/>
        <a:lstStyle/>
        <a:p>
          <a:endParaRPr lang="es-MX"/>
        </a:p>
      </dgm:t>
    </dgm:pt>
    <dgm:pt modelId="{2AB2F217-69C7-4975-8434-F10F49DF265F}" type="sibTrans" cxnId="{949DA9F3-6F57-425F-B81D-24DBF8CEAABD}">
      <dgm:prSet/>
      <dgm:spPr/>
      <dgm:t>
        <a:bodyPr/>
        <a:lstStyle/>
        <a:p>
          <a:endParaRPr lang="es-MX"/>
        </a:p>
      </dgm:t>
    </dgm:pt>
    <dgm:pt modelId="{444CA9BD-861C-4AC5-BD80-1ABF107E177F}">
      <dgm:prSet phldrT="[Texto]"/>
      <dgm:spPr/>
      <dgm:t>
        <a:bodyPr/>
        <a:lstStyle/>
        <a:p>
          <a:r>
            <a:rPr lang="es-MX" dirty="0"/>
            <a:t>Mala gestión de cambios: No tener un proceso formal para evaluar el impacto de los nuevos requisitos solicitados.</a:t>
          </a:r>
        </a:p>
      </dgm:t>
    </dgm:pt>
    <dgm:pt modelId="{E06A2117-0229-4801-B120-559A0C94DF9B}" type="parTrans" cxnId="{AAF221F8-09E6-417A-8E81-ED00E9BF816E}">
      <dgm:prSet/>
      <dgm:spPr/>
      <dgm:t>
        <a:bodyPr/>
        <a:lstStyle/>
        <a:p>
          <a:endParaRPr lang="es-MX"/>
        </a:p>
      </dgm:t>
    </dgm:pt>
    <dgm:pt modelId="{1DB7FAAC-623E-468C-9633-A238ADC09D9C}" type="sibTrans" cxnId="{AAF221F8-09E6-417A-8E81-ED00E9BF816E}">
      <dgm:prSet/>
      <dgm:spPr/>
      <dgm:t>
        <a:bodyPr/>
        <a:lstStyle/>
        <a:p>
          <a:endParaRPr lang="es-MX"/>
        </a:p>
      </dgm:t>
    </dgm:pt>
    <dgm:pt modelId="{FCA79A32-DF08-4FF8-B02F-4EF47E4092CB}">
      <dgm:prSet phldrT="[Texto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1800" dirty="0"/>
            <a:t>Asunciones no validadas: Dar por sentado cómo funciona un proceso sin preguntarle directamente al usuario final</a:t>
          </a:r>
        </a:p>
      </dgm:t>
    </dgm:pt>
    <dgm:pt modelId="{BA6F15A2-CF6B-4457-8957-25E1681DFE3A}" type="sibTrans" cxnId="{646CB9F1-98A1-4754-B996-F2F8615E3752}">
      <dgm:prSet/>
      <dgm:spPr/>
      <dgm:t>
        <a:bodyPr/>
        <a:lstStyle/>
        <a:p>
          <a:endParaRPr lang="es-MX"/>
        </a:p>
      </dgm:t>
    </dgm:pt>
    <dgm:pt modelId="{B5E786AA-DB12-47F7-9642-C936111D031F}" type="parTrans" cxnId="{646CB9F1-98A1-4754-B996-F2F8615E3752}">
      <dgm:prSet/>
      <dgm:spPr/>
      <dgm:t>
        <a:bodyPr/>
        <a:lstStyle/>
        <a:p>
          <a:endParaRPr lang="es-MX"/>
        </a:p>
      </dgm:t>
    </dgm:pt>
    <dgm:pt modelId="{4A32B57B-0B7F-4F99-8F61-FC7B66B463EE}">
      <dgm:prSet/>
      <dgm:spPr/>
      <dgm:t>
        <a:bodyPr/>
        <a:lstStyle/>
        <a:p>
          <a:r>
            <a:rPr lang="es-MX" dirty="0"/>
            <a:t>Participación deficiente del cliente: Usuarios que no tienen tiempo para las reuniones de definición o delegar esta tarea a personas que no conocen la operación diaria.</a:t>
          </a:r>
        </a:p>
      </dgm:t>
    </dgm:pt>
    <dgm:pt modelId="{6AA43754-4388-42C9-AEAF-8C380DED6010}" type="parTrans" cxnId="{9B67051F-D7D2-4FF7-858D-770E2909386C}">
      <dgm:prSet/>
      <dgm:spPr/>
      <dgm:t>
        <a:bodyPr/>
        <a:lstStyle/>
        <a:p>
          <a:endParaRPr lang="es-MX"/>
        </a:p>
      </dgm:t>
    </dgm:pt>
    <dgm:pt modelId="{406D85D2-D37B-4137-9DB2-C2648B03F8F4}" type="sibTrans" cxnId="{9B67051F-D7D2-4FF7-858D-770E2909386C}">
      <dgm:prSet/>
      <dgm:spPr/>
      <dgm:t>
        <a:bodyPr/>
        <a:lstStyle/>
        <a:p>
          <a:endParaRPr lang="es-MX"/>
        </a:p>
      </dgm:t>
    </dgm:pt>
    <dgm:pt modelId="{3BE64A9C-E724-4166-AC4A-68860B38E7B8}" type="pres">
      <dgm:prSet presAssocID="{06976B58-C9AF-41AE-8D12-9C10A33488E5}" presName="Name0" presStyleCnt="0">
        <dgm:presLayoutVars>
          <dgm:dir/>
          <dgm:resizeHandles val="exact"/>
        </dgm:presLayoutVars>
      </dgm:prSet>
      <dgm:spPr/>
    </dgm:pt>
    <dgm:pt modelId="{83B2A8C5-6D0D-46E4-B040-AB0889C81306}" type="pres">
      <dgm:prSet presAssocID="{FCA79A32-DF08-4FF8-B02F-4EF47E4092CB}" presName="node" presStyleLbl="node1" presStyleIdx="0" presStyleCnt="4" custLinFactX="-21590" custLinFactNeighborX="-100000" custLinFactNeighborY="-3405">
        <dgm:presLayoutVars>
          <dgm:bulletEnabled val="1"/>
        </dgm:presLayoutVars>
      </dgm:prSet>
      <dgm:spPr/>
    </dgm:pt>
    <dgm:pt modelId="{716ACBE7-1915-48AD-BECF-D6AF6E0DAEBC}" type="pres">
      <dgm:prSet presAssocID="{BA6F15A2-CF6B-4457-8957-25E1681DFE3A}" presName="sibTrans" presStyleCnt="0"/>
      <dgm:spPr/>
    </dgm:pt>
    <dgm:pt modelId="{66F6EC73-77DA-427D-9104-40B67F93D3A7}" type="pres">
      <dgm:prSet presAssocID="{4A32B57B-0B7F-4F99-8F61-FC7B66B463EE}" presName="node" presStyleLbl="node1" presStyleIdx="1" presStyleCnt="4">
        <dgm:presLayoutVars>
          <dgm:bulletEnabled val="1"/>
        </dgm:presLayoutVars>
      </dgm:prSet>
      <dgm:spPr/>
    </dgm:pt>
    <dgm:pt modelId="{3FB0053E-CEFD-41EE-A34D-EB078E63AA13}" type="pres">
      <dgm:prSet presAssocID="{406D85D2-D37B-4137-9DB2-C2648B03F8F4}" presName="sibTrans" presStyleCnt="0"/>
      <dgm:spPr/>
    </dgm:pt>
    <dgm:pt modelId="{2F00B683-2723-471A-9991-E40BF2F5E27C}" type="pres">
      <dgm:prSet presAssocID="{463115DB-88F2-40AB-8289-A639588F470C}" presName="node" presStyleLbl="node1" presStyleIdx="2" presStyleCnt="4">
        <dgm:presLayoutVars>
          <dgm:bulletEnabled val="1"/>
        </dgm:presLayoutVars>
      </dgm:prSet>
      <dgm:spPr/>
    </dgm:pt>
    <dgm:pt modelId="{290ADE07-B271-44C5-AAE9-168F15E449E9}" type="pres">
      <dgm:prSet presAssocID="{2AB2F217-69C7-4975-8434-F10F49DF265F}" presName="sibTrans" presStyleCnt="0"/>
      <dgm:spPr/>
    </dgm:pt>
    <dgm:pt modelId="{FB58E1A2-2457-48C5-B721-4E9626A19474}" type="pres">
      <dgm:prSet presAssocID="{444CA9BD-861C-4AC5-BD80-1ABF107E177F}" presName="node" presStyleLbl="node1" presStyleIdx="3" presStyleCnt="4">
        <dgm:presLayoutVars>
          <dgm:bulletEnabled val="1"/>
        </dgm:presLayoutVars>
      </dgm:prSet>
      <dgm:spPr/>
    </dgm:pt>
  </dgm:ptLst>
  <dgm:cxnLst>
    <dgm:cxn modelId="{9B67051F-D7D2-4FF7-858D-770E2909386C}" srcId="{06976B58-C9AF-41AE-8D12-9C10A33488E5}" destId="{4A32B57B-0B7F-4F99-8F61-FC7B66B463EE}" srcOrd="1" destOrd="0" parTransId="{6AA43754-4388-42C9-AEAF-8C380DED6010}" sibTransId="{406D85D2-D37B-4137-9DB2-C2648B03F8F4}"/>
    <dgm:cxn modelId="{6207D626-108B-441A-8220-6BD943586335}" type="presOf" srcId="{06976B58-C9AF-41AE-8D12-9C10A33488E5}" destId="{3BE64A9C-E724-4166-AC4A-68860B38E7B8}" srcOrd="0" destOrd="0" presId="urn:microsoft.com/office/officeart/2005/8/layout/hList6"/>
    <dgm:cxn modelId="{524A8135-6344-4D1B-81FB-C88A7827DF30}" type="presOf" srcId="{444CA9BD-861C-4AC5-BD80-1ABF107E177F}" destId="{FB58E1A2-2457-48C5-B721-4E9626A19474}" srcOrd="0" destOrd="0" presId="urn:microsoft.com/office/officeart/2005/8/layout/hList6"/>
    <dgm:cxn modelId="{E93B4446-8868-4484-86D0-A36A8DBF7D47}" srcId="{FCA79A32-DF08-4FF8-B02F-4EF47E4092CB}" destId="{FB064C18-3FE0-4550-BCC1-B3F7D0099CEB}" srcOrd="0" destOrd="0" parTransId="{45FAD2B3-5343-4244-BCEE-ED49BD9EE0CA}" sibTransId="{9FB62704-6555-4CA5-BAF8-3C3330823924}"/>
    <dgm:cxn modelId="{1D009870-3DE9-4D7B-8A62-4603C150A080}" type="presOf" srcId="{4A32B57B-0B7F-4F99-8F61-FC7B66B463EE}" destId="{66F6EC73-77DA-427D-9104-40B67F93D3A7}" srcOrd="0" destOrd="0" presId="urn:microsoft.com/office/officeart/2005/8/layout/hList6"/>
    <dgm:cxn modelId="{F4FED773-2B2B-4006-BD0A-E01F4DE3FADD}" type="presOf" srcId="{FB064C18-3FE0-4550-BCC1-B3F7D0099CEB}" destId="{83B2A8C5-6D0D-46E4-B040-AB0889C81306}" srcOrd="0" destOrd="1" presId="urn:microsoft.com/office/officeart/2005/8/layout/hList6"/>
    <dgm:cxn modelId="{596D4B75-96FE-4E2F-8D2D-BAC1FF3EF801}" type="presOf" srcId="{463115DB-88F2-40AB-8289-A639588F470C}" destId="{2F00B683-2723-471A-9991-E40BF2F5E27C}" srcOrd="0" destOrd="0" presId="urn:microsoft.com/office/officeart/2005/8/layout/hList6"/>
    <dgm:cxn modelId="{B4D01FB4-0B56-4F7A-A702-D099A7A358B3}" type="presOf" srcId="{FCA79A32-DF08-4FF8-B02F-4EF47E4092CB}" destId="{83B2A8C5-6D0D-46E4-B040-AB0889C81306}" srcOrd="0" destOrd="0" presId="urn:microsoft.com/office/officeart/2005/8/layout/hList6"/>
    <dgm:cxn modelId="{646CB9F1-98A1-4754-B996-F2F8615E3752}" srcId="{06976B58-C9AF-41AE-8D12-9C10A33488E5}" destId="{FCA79A32-DF08-4FF8-B02F-4EF47E4092CB}" srcOrd="0" destOrd="0" parTransId="{B5E786AA-DB12-47F7-9642-C936111D031F}" sibTransId="{BA6F15A2-CF6B-4457-8957-25E1681DFE3A}"/>
    <dgm:cxn modelId="{949DA9F3-6F57-425F-B81D-24DBF8CEAABD}" srcId="{06976B58-C9AF-41AE-8D12-9C10A33488E5}" destId="{463115DB-88F2-40AB-8289-A639588F470C}" srcOrd="2" destOrd="0" parTransId="{12A01AC9-D9F6-4137-9E31-FB9CE94A0BBC}" sibTransId="{2AB2F217-69C7-4975-8434-F10F49DF265F}"/>
    <dgm:cxn modelId="{AAF221F8-09E6-417A-8E81-ED00E9BF816E}" srcId="{06976B58-C9AF-41AE-8D12-9C10A33488E5}" destId="{444CA9BD-861C-4AC5-BD80-1ABF107E177F}" srcOrd="3" destOrd="0" parTransId="{E06A2117-0229-4801-B120-559A0C94DF9B}" sibTransId="{1DB7FAAC-623E-468C-9633-A238ADC09D9C}"/>
    <dgm:cxn modelId="{5DB9005B-F563-4C57-B87C-9D8AAEDC31E9}" type="presParOf" srcId="{3BE64A9C-E724-4166-AC4A-68860B38E7B8}" destId="{83B2A8C5-6D0D-46E4-B040-AB0889C81306}" srcOrd="0" destOrd="0" presId="urn:microsoft.com/office/officeart/2005/8/layout/hList6"/>
    <dgm:cxn modelId="{EACADE19-9E08-4250-8F62-4BB9D9535BFC}" type="presParOf" srcId="{3BE64A9C-E724-4166-AC4A-68860B38E7B8}" destId="{716ACBE7-1915-48AD-BECF-D6AF6E0DAEBC}" srcOrd="1" destOrd="0" presId="urn:microsoft.com/office/officeart/2005/8/layout/hList6"/>
    <dgm:cxn modelId="{27D29307-2382-4928-A57E-2BD31D15C941}" type="presParOf" srcId="{3BE64A9C-E724-4166-AC4A-68860B38E7B8}" destId="{66F6EC73-77DA-427D-9104-40B67F93D3A7}" srcOrd="2" destOrd="0" presId="urn:microsoft.com/office/officeart/2005/8/layout/hList6"/>
    <dgm:cxn modelId="{EB4FC81A-61FF-4DD2-8617-02D7B388A8FF}" type="presParOf" srcId="{3BE64A9C-E724-4166-AC4A-68860B38E7B8}" destId="{3FB0053E-CEFD-41EE-A34D-EB078E63AA13}" srcOrd="3" destOrd="0" presId="urn:microsoft.com/office/officeart/2005/8/layout/hList6"/>
    <dgm:cxn modelId="{D26E5BF2-7EC8-4EC4-A037-084C500ECF15}" type="presParOf" srcId="{3BE64A9C-E724-4166-AC4A-68860B38E7B8}" destId="{2F00B683-2723-471A-9991-E40BF2F5E27C}" srcOrd="4" destOrd="0" presId="urn:microsoft.com/office/officeart/2005/8/layout/hList6"/>
    <dgm:cxn modelId="{6AC974EE-68F2-411D-8823-ACBC62AAC8CD}" type="presParOf" srcId="{3BE64A9C-E724-4166-AC4A-68860B38E7B8}" destId="{290ADE07-B271-44C5-AAE9-168F15E449E9}" srcOrd="5" destOrd="0" presId="urn:microsoft.com/office/officeart/2005/8/layout/hList6"/>
    <dgm:cxn modelId="{71D60288-A489-413C-9BC7-73C1F937B349}" type="presParOf" srcId="{3BE64A9C-E724-4166-AC4A-68860B38E7B8}" destId="{FB58E1A2-2457-48C5-B721-4E9626A19474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1701F0-6D86-4AE6-80A5-5752238F3B4A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0F1304D6-7270-4A2A-8AA4-5FC5432005EE}">
      <dgm:prSet phldrT="[Texto]"/>
      <dgm:spPr/>
      <dgm:t>
        <a:bodyPr/>
        <a:lstStyle/>
        <a:p>
          <a:r>
            <a:rPr lang="es-MX" dirty="0"/>
            <a:t>Actividades sugeridas:</a:t>
          </a:r>
        </a:p>
      </dgm:t>
    </dgm:pt>
    <dgm:pt modelId="{66283DBF-B27F-4AFB-900E-001B4C54366B}" type="parTrans" cxnId="{CF136252-1E50-4F61-B4EA-D7D1D12DB7EB}">
      <dgm:prSet/>
      <dgm:spPr/>
      <dgm:t>
        <a:bodyPr/>
        <a:lstStyle/>
        <a:p>
          <a:endParaRPr lang="es-MX"/>
        </a:p>
      </dgm:t>
    </dgm:pt>
    <dgm:pt modelId="{61521743-D173-4F41-97C2-39EA3E820B1E}" type="sibTrans" cxnId="{CF136252-1E50-4F61-B4EA-D7D1D12DB7EB}">
      <dgm:prSet/>
      <dgm:spPr/>
      <dgm:t>
        <a:bodyPr/>
        <a:lstStyle/>
        <a:p>
          <a:endParaRPr lang="es-MX"/>
        </a:p>
      </dgm:t>
    </dgm:pt>
    <dgm:pt modelId="{E5C85BAF-3B3F-40D6-AC2D-8C63A132579A}">
      <dgm:prSet phldrT="[Texto]"/>
      <dgm:spPr/>
      <dgm:t>
        <a:bodyPr/>
        <a:lstStyle/>
        <a:p>
          <a:r>
            <a:rPr lang="es-MX" dirty="0"/>
            <a:t>Elicitación (Extracción o Descubrimiento) -RECOPILAR</a:t>
          </a:r>
        </a:p>
      </dgm:t>
    </dgm:pt>
    <dgm:pt modelId="{C8D244E6-79F1-4724-A746-E39D6B1DD9F2}" type="parTrans" cxnId="{AFA38522-6BBF-4AFB-89E8-73313A8FB882}">
      <dgm:prSet/>
      <dgm:spPr/>
      <dgm:t>
        <a:bodyPr/>
        <a:lstStyle/>
        <a:p>
          <a:endParaRPr lang="es-MX"/>
        </a:p>
      </dgm:t>
    </dgm:pt>
    <dgm:pt modelId="{86E0B3F2-1DA5-48D1-AAB7-BCD435E586B9}" type="sibTrans" cxnId="{AFA38522-6BBF-4AFB-89E8-73313A8FB882}">
      <dgm:prSet/>
      <dgm:spPr/>
      <dgm:t>
        <a:bodyPr/>
        <a:lstStyle/>
        <a:p>
          <a:endParaRPr lang="es-MX"/>
        </a:p>
      </dgm:t>
    </dgm:pt>
    <dgm:pt modelId="{EF550870-841B-465B-9EED-C9D44BA6341C}">
      <dgm:prSet phldrT="[Texto]"/>
      <dgm:spPr/>
      <dgm:t>
        <a:bodyPr/>
        <a:lstStyle/>
        <a:p>
          <a:r>
            <a:rPr lang="es-MX" dirty="0"/>
            <a:t>Análisis y Negociación</a:t>
          </a:r>
        </a:p>
      </dgm:t>
    </dgm:pt>
    <dgm:pt modelId="{5C5580BC-D22C-4C60-8DDB-AAA2678BE79D}" type="parTrans" cxnId="{3AF4E85B-1E3A-4485-A68B-1C0CCDA98287}">
      <dgm:prSet/>
      <dgm:spPr/>
      <dgm:t>
        <a:bodyPr/>
        <a:lstStyle/>
        <a:p>
          <a:endParaRPr lang="es-MX"/>
        </a:p>
      </dgm:t>
    </dgm:pt>
    <dgm:pt modelId="{C22A9148-DA2E-4293-B4D8-5A485C61BFAE}" type="sibTrans" cxnId="{3AF4E85B-1E3A-4485-A68B-1C0CCDA98287}">
      <dgm:prSet/>
      <dgm:spPr/>
      <dgm:t>
        <a:bodyPr/>
        <a:lstStyle/>
        <a:p>
          <a:endParaRPr lang="es-MX"/>
        </a:p>
      </dgm:t>
    </dgm:pt>
    <dgm:pt modelId="{FEA5FB8F-7B03-4B59-9F2B-DBE0CAC10927}">
      <dgm:prSet phldrT="[Texto]"/>
      <dgm:spPr/>
      <dgm:t>
        <a:bodyPr/>
        <a:lstStyle/>
        <a:p>
          <a:r>
            <a:rPr lang="es-MX" dirty="0"/>
            <a:t>Especificación</a:t>
          </a:r>
        </a:p>
      </dgm:t>
    </dgm:pt>
    <dgm:pt modelId="{1BF4FD7D-AB4F-4DE6-95A9-AB1C7890C465}" type="parTrans" cxnId="{3BBA4CBD-DCF9-469D-B2B3-0E32A67574F0}">
      <dgm:prSet/>
      <dgm:spPr/>
      <dgm:t>
        <a:bodyPr/>
        <a:lstStyle/>
        <a:p>
          <a:endParaRPr lang="es-MX"/>
        </a:p>
      </dgm:t>
    </dgm:pt>
    <dgm:pt modelId="{A17A7AF9-763E-4CCC-9AC7-CF2CB1C95DE8}" type="sibTrans" cxnId="{3BBA4CBD-DCF9-469D-B2B3-0E32A67574F0}">
      <dgm:prSet/>
      <dgm:spPr/>
      <dgm:t>
        <a:bodyPr/>
        <a:lstStyle/>
        <a:p>
          <a:endParaRPr lang="es-MX"/>
        </a:p>
      </dgm:t>
    </dgm:pt>
    <dgm:pt modelId="{5283CF65-824F-46BF-A235-11E51588BFBA}">
      <dgm:prSet phldrT="[Texto]"/>
      <dgm:spPr/>
      <dgm:t>
        <a:bodyPr/>
        <a:lstStyle/>
        <a:p>
          <a:r>
            <a:rPr lang="es-MX" dirty="0"/>
            <a:t>Validación</a:t>
          </a:r>
        </a:p>
      </dgm:t>
    </dgm:pt>
    <dgm:pt modelId="{9D05670F-9D3E-4462-911B-92A1AFD3B64C}" type="parTrans" cxnId="{AB855EDA-71F3-40E7-97BC-C9586845128D}">
      <dgm:prSet/>
      <dgm:spPr/>
      <dgm:t>
        <a:bodyPr/>
        <a:lstStyle/>
        <a:p>
          <a:endParaRPr lang="es-MX"/>
        </a:p>
      </dgm:t>
    </dgm:pt>
    <dgm:pt modelId="{A7ED6854-CD4C-47BD-BEE8-4D863B8F23D5}" type="sibTrans" cxnId="{AB855EDA-71F3-40E7-97BC-C9586845128D}">
      <dgm:prSet/>
      <dgm:spPr/>
      <dgm:t>
        <a:bodyPr/>
        <a:lstStyle/>
        <a:p>
          <a:endParaRPr lang="es-MX"/>
        </a:p>
      </dgm:t>
    </dgm:pt>
    <dgm:pt modelId="{65E93483-F0F2-49D6-8BA3-C1F119F9F7FC}">
      <dgm:prSet phldrT="[Texto]" custT="1"/>
      <dgm:spPr/>
      <dgm:t>
        <a:bodyPr/>
        <a:lstStyle/>
        <a:p>
          <a:r>
            <a:rPr lang="es-MX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Gestión y Trazabilidad:</a:t>
          </a:r>
        </a:p>
      </dgm:t>
    </dgm:pt>
    <dgm:pt modelId="{5D9109BA-695F-4B1A-804D-1C046899F4A8}" type="parTrans" cxnId="{A08C1942-7E09-4A3A-8343-0D0A5AABFCD7}">
      <dgm:prSet/>
      <dgm:spPr/>
      <dgm:t>
        <a:bodyPr/>
        <a:lstStyle/>
        <a:p>
          <a:endParaRPr lang="es-MX"/>
        </a:p>
      </dgm:t>
    </dgm:pt>
    <dgm:pt modelId="{AACCAD28-4A3C-4929-AF7F-35A99976082D}" type="sibTrans" cxnId="{A08C1942-7E09-4A3A-8343-0D0A5AABFCD7}">
      <dgm:prSet/>
      <dgm:spPr/>
      <dgm:t>
        <a:bodyPr/>
        <a:lstStyle/>
        <a:p>
          <a:endParaRPr lang="es-MX"/>
        </a:p>
      </dgm:t>
    </dgm:pt>
    <dgm:pt modelId="{B7A85032-6BC7-4133-8D23-46B6508B68F2}" type="pres">
      <dgm:prSet presAssocID="{991701F0-6D86-4AE6-80A5-5752238F3B4A}" presName="Name0" presStyleCnt="0">
        <dgm:presLayoutVars>
          <dgm:chMax/>
          <dgm:chPref/>
          <dgm:dir/>
        </dgm:presLayoutVars>
      </dgm:prSet>
      <dgm:spPr/>
    </dgm:pt>
    <dgm:pt modelId="{5107C292-476A-495C-B641-395F6CC979B5}" type="pres">
      <dgm:prSet presAssocID="{0F1304D6-7270-4A2A-8AA4-5FC5432005EE}" presName="parenttextcomposite" presStyleCnt="0"/>
      <dgm:spPr/>
    </dgm:pt>
    <dgm:pt modelId="{FD91E37B-0FD2-47A2-B519-90E964343139}" type="pres">
      <dgm:prSet presAssocID="{0F1304D6-7270-4A2A-8AA4-5FC5432005EE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B1E01BA8-361F-4ECC-AD75-03EAEAC9C540}" type="pres">
      <dgm:prSet presAssocID="{0F1304D6-7270-4A2A-8AA4-5FC5432005EE}" presName="composite" presStyleCnt="0"/>
      <dgm:spPr/>
    </dgm:pt>
    <dgm:pt modelId="{49DB0F70-C497-4EAE-9121-C41EF8D3EF25}" type="pres">
      <dgm:prSet presAssocID="{0F1304D6-7270-4A2A-8AA4-5FC5432005EE}" presName="chevron1" presStyleLbl="alignNode1" presStyleIdx="0" presStyleCnt="21"/>
      <dgm:spPr/>
    </dgm:pt>
    <dgm:pt modelId="{69F5338E-105F-4A2F-904B-D8ECCC829D93}" type="pres">
      <dgm:prSet presAssocID="{0F1304D6-7270-4A2A-8AA4-5FC5432005EE}" presName="chevron2" presStyleLbl="alignNode1" presStyleIdx="1" presStyleCnt="21"/>
      <dgm:spPr/>
    </dgm:pt>
    <dgm:pt modelId="{7C30B21C-B040-4282-A782-720853DE6CE0}" type="pres">
      <dgm:prSet presAssocID="{0F1304D6-7270-4A2A-8AA4-5FC5432005EE}" presName="chevron3" presStyleLbl="alignNode1" presStyleIdx="2" presStyleCnt="21"/>
      <dgm:spPr/>
    </dgm:pt>
    <dgm:pt modelId="{C9A6D718-8F24-4345-BD3D-6C088651C914}" type="pres">
      <dgm:prSet presAssocID="{0F1304D6-7270-4A2A-8AA4-5FC5432005EE}" presName="chevron4" presStyleLbl="alignNode1" presStyleIdx="3" presStyleCnt="21"/>
      <dgm:spPr/>
    </dgm:pt>
    <dgm:pt modelId="{0B0B9E90-8766-434D-AC4F-10B56EE55C52}" type="pres">
      <dgm:prSet presAssocID="{0F1304D6-7270-4A2A-8AA4-5FC5432005EE}" presName="chevron5" presStyleLbl="alignNode1" presStyleIdx="4" presStyleCnt="21"/>
      <dgm:spPr/>
    </dgm:pt>
    <dgm:pt modelId="{7A0B27A4-85D5-4AFD-9359-B04E09EB8D90}" type="pres">
      <dgm:prSet presAssocID="{0F1304D6-7270-4A2A-8AA4-5FC5432005EE}" presName="chevron6" presStyleLbl="alignNode1" presStyleIdx="5" presStyleCnt="21"/>
      <dgm:spPr/>
    </dgm:pt>
    <dgm:pt modelId="{1A980096-0DBC-4A26-B01D-05BB3D4D87C2}" type="pres">
      <dgm:prSet presAssocID="{0F1304D6-7270-4A2A-8AA4-5FC5432005EE}" presName="chevron7" presStyleLbl="alignNode1" presStyleIdx="6" presStyleCnt="21"/>
      <dgm:spPr/>
    </dgm:pt>
    <dgm:pt modelId="{23E4D7C4-6349-409C-8A1C-CB83509433FE}" type="pres">
      <dgm:prSet presAssocID="{0F1304D6-7270-4A2A-8AA4-5FC5432005EE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2A5CD36B-5660-4900-9C9B-743A597E6D56}" type="pres">
      <dgm:prSet presAssocID="{61521743-D173-4F41-97C2-39EA3E820B1E}" presName="sibTrans" presStyleCnt="0"/>
      <dgm:spPr/>
    </dgm:pt>
    <dgm:pt modelId="{FE8C20C1-2879-45A1-90B6-7B7CF8489B3F}" type="pres">
      <dgm:prSet presAssocID="{EF550870-841B-465B-9EED-C9D44BA6341C}" presName="parenttextcomposite" presStyleCnt="0"/>
      <dgm:spPr/>
    </dgm:pt>
    <dgm:pt modelId="{068698C3-B2F1-48E1-8AEA-9B006CBC91F6}" type="pres">
      <dgm:prSet presAssocID="{EF550870-841B-465B-9EED-C9D44BA6341C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D5043415-6B76-4A15-98C6-045958CD11F0}" type="pres">
      <dgm:prSet presAssocID="{EF550870-841B-465B-9EED-C9D44BA6341C}" presName="composite" presStyleCnt="0"/>
      <dgm:spPr/>
    </dgm:pt>
    <dgm:pt modelId="{E26B1588-DE25-4524-AC73-CB66F559B3A0}" type="pres">
      <dgm:prSet presAssocID="{EF550870-841B-465B-9EED-C9D44BA6341C}" presName="chevron1" presStyleLbl="alignNode1" presStyleIdx="7" presStyleCnt="21"/>
      <dgm:spPr/>
    </dgm:pt>
    <dgm:pt modelId="{7F295813-9E76-464A-BA1A-AC72EFDAF9BE}" type="pres">
      <dgm:prSet presAssocID="{EF550870-841B-465B-9EED-C9D44BA6341C}" presName="chevron2" presStyleLbl="alignNode1" presStyleIdx="8" presStyleCnt="21"/>
      <dgm:spPr/>
    </dgm:pt>
    <dgm:pt modelId="{5F17DFF4-E7C2-447C-81A9-98C44FB8C12A}" type="pres">
      <dgm:prSet presAssocID="{EF550870-841B-465B-9EED-C9D44BA6341C}" presName="chevron3" presStyleLbl="alignNode1" presStyleIdx="9" presStyleCnt="21"/>
      <dgm:spPr/>
    </dgm:pt>
    <dgm:pt modelId="{BF5D09CF-F0F5-40EC-98BD-DC7625FBE8B4}" type="pres">
      <dgm:prSet presAssocID="{EF550870-841B-465B-9EED-C9D44BA6341C}" presName="chevron4" presStyleLbl="alignNode1" presStyleIdx="10" presStyleCnt="21"/>
      <dgm:spPr/>
    </dgm:pt>
    <dgm:pt modelId="{F4D94E8A-8A84-4351-94DA-9A90DEE02011}" type="pres">
      <dgm:prSet presAssocID="{EF550870-841B-465B-9EED-C9D44BA6341C}" presName="chevron5" presStyleLbl="alignNode1" presStyleIdx="11" presStyleCnt="21"/>
      <dgm:spPr/>
    </dgm:pt>
    <dgm:pt modelId="{652777ED-B297-4638-BCAD-A8DC5D835AD1}" type="pres">
      <dgm:prSet presAssocID="{EF550870-841B-465B-9EED-C9D44BA6341C}" presName="chevron6" presStyleLbl="alignNode1" presStyleIdx="12" presStyleCnt="21"/>
      <dgm:spPr/>
    </dgm:pt>
    <dgm:pt modelId="{C47502ED-423D-49B2-9F7B-11A9E8BA8781}" type="pres">
      <dgm:prSet presAssocID="{EF550870-841B-465B-9EED-C9D44BA6341C}" presName="chevron7" presStyleLbl="alignNode1" presStyleIdx="13" presStyleCnt="21"/>
      <dgm:spPr/>
    </dgm:pt>
    <dgm:pt modelId="{EA58A509-61BD-4BF5-93C5-A092C883EB51}" type="pres">
      <dgm:prSet presAssocID="{EF550870-841B-465B-9EED-C9D44BA6341C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AAE04AAB-71B7-4566-9569-25E4B4B5D0C2}" type="pres">
      <dgm:prSet presAssocID="{C22A9148-DA2E-4293-B4D8-5A485C61BFAE}" presName="sibTrans" presStyleCnt="0"/>
      <dgm:spPr/>
    </dgm:pt>
    <dgm:pt modelId="{0DBBF12F-3758-48FC-A08E-B3A3D008694F}" type="pres">
      <dgm:prSet presAssocID="{5283CF65-824F-46BF-A235-11E51588BFBA}" presName="parenttextcomposite" presStyleCnt="0"/>
      <dgm:spPr/>
    </dgm:pt>
    <dgm:pt modelId="{22D7C58B-F6D1-4184-B4BF-52167AB81EE2}" type="pres">
      <dgm:prSet presAssocID="{5283CF65-824F-46BF-A235-11E51588BFBA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3E5AA23C-8329-4FB3-BCB0-07F3F293DECF}" type="pres">
      <dgm:prSet presAssocID="{5283CF65-824F-46BF-A235-11E51588BFBA}" presName="composite" presStyleCnt="0"/>
      <dgm:spPr/>
    </dgm:pt>
    <dgm:pt modelId="{BB98E7CB-997A-46F4-A7B7-7CCA2187012D}" type="pres">
      <dgm:prSet presAssocID="{5283CF65-824F-46BF-A235-11E51588BFBA}" presName="chevron1" presStyleLbl="alignNode1" presStyleIdx="14" presStyleCnt="21"/>
      <dgm:spPr/>
    </dgm:pt>
    <dgm:pt modelId="{DFA4B46F-AD41-4B3D-8659-B4F47BC52E08}" type="pres">
      <dgm:prSet presAssocID="{5283CF65-824F-46BF-A235-11E51588BFBA}" presName="chevron2" presStyleLbl="alignNode1" presStyleIdx="15" presStyleCnt="21"/>
      <dgm:spPr/>
    </dgm:pt>
    <dgm:pt modelId="{9BEC0A75-BBBE-4D1F-8B1C-856333D8C63A}" type="pres">
      <dgm:prSet presAssocID="{5283CF65-824F-46BF-A235-11E51588BFBA}" presName="chevron3" presStyleLbl="alignNode1" presStyleIdx="16" presStyleCnt="21"/>
      <dgm:spPr/>
    </dgm:pt>
    <dgm:pt modelId="{DAC7CB4D-68AD-4A08-9EB1-206B4122EA19}" type="pres">
      <dgm:prSet presAssocID="{5283CF65-824F-46BF-A235-11E51588BFBA}" presName="chevron4" presStyleLbl="alignNode1" presStyleIdx="17" presStyleCnt="21"/>
      <dgm:spPr/>
    </dgm:pt>
    <dgm:pt modelId="{AC0F8441-883D-4EFA-B4D2-7875AA6CD427}" type="pres">
      <dgm:prSet presAssocID="{5283CF65-824F-46BF-A235-11E51588BFBA}" presName="chevron5" presStyleLbl="alignNode1" presStyleIdx="18" presStyleCnt="21"/>
      <dgm:spPr/>
    </dgm:pt>
    <dgm:pt modelId="{CE2252B8-B355-4BA0-8981-358298B5B584}" type="pres">
      <dgm:prSet presAssocID="{5283CF65-824F-46BF-A235-11E51588BFBA}" presName="chevron6" presStyleLbl="alignNode1" presStyleIdx="19" presStyleCnt="21"/>
      <dgm:spPr/>
    </dgm:pt>
    <dgm:pt modelId="{E4EB5168-6C49-4A63-B476-7F09EEE35620}" type="pres">
      <dgm:prSet presAssocID="{5283CF65-824F-46BF-A235-11E51588BFBA}" presName="chevron7" presStyleLbl="alignNode1" presStyleIdx="20" presStyleCnt="21"/>
      <dgm:spPr/>
    </dgm:pt>
    <dgm:pt modelId="{CE9DC7C4-4485-4AA6-9DB5-C8684109660B}" type="pres">
      <dgm:prSet presAssocID="{5283CF65-824F-46BF-A235-11E51588BFBA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61596B19-7BAD-479E-A078-2CC9CAD11CDF}" type="presOf" srcId="{FEA5FB8F-7B03-4B59-9F2B-DBE0CAC10927}" destId="{EA58A509-61BD-4BF5-93C5-A092C883EB51}" srcOrd="0" destOrd="0" presId="urn:microsoft.com/office/officeart/2008/layout/VerticalAccentList"/>
    <dgm:cxn modelId="{AFA38522-6BBF-4AFB-89E8-73313A8FB882}" srcId="{0F1304D6-7270-4A2A-8AA4-5FC5432005EE}" destId="{E5C85BAF-3B3F-40D6-AC2D-8C63A132579A}" srcOrd="0" destOrd="0" parTransId="{C8D244E6-79F1-4724-A746-E39D6B1DD9F2}" sibTransId="{86E0B3F2-1DA5-48D1-AAB7-BCD435E586B9}"/>
    <dgm:cxn modelId="{69EBF240-7534-41ED-8726-2478D74D2F01}" type="presOf" srcId="{991701F0-6D86-4AE6-80A5-5752238F3B4A}" destId="{B7A85032-6BC7-4133-8D23-46B6508B68F2}" srcOrd="0" destOrd="0" presId="urn:microsoft.com/office/officeart/2008/layout/VerticalAccentList"/>
    <dgm:cxn modelId="{3AF4E85B-1E3A-4485-A68B-1C0CCDA98287}" srcId="{991701F0-6D86-4AE6-80A5-5752238F3B4A}" destId="{EF550870-841B-465B-9EED-C9D44BA6341C}" srcOrd="1" destOrd="0" parTransId="{5C5580BC-D22C-4C60-8DDB-AAA2678BE79D}" sibTransId="{C22A9148-DA2E-4293-B4D8-5A485C61BFAE}"/>
    <dgm:cxn modelId="{A08C1942-7E09-4A3A-8343-0D0A5AABFCD7}" srcId="{5283CF65-824F-46BF-A235-11E51588BFBA}" destId="{65E93483-F0F2-49D6-8BA3-C1F119F9F7FC}" srcOrd="0" destOrd="0" parTransId="{5D9109BA-695F-4B1A-804D-1C046899F4A8}" sibTransId="{AACCAD28-4A3C-4929-AF7F-35A99976082D}"/>
    <dgm:cxn modelId="{0F7B5663-B0B2-4508-B390-B87213B59C80}" type="presOf" srcId="{5283CF65-824F-46BF-A235-11E51588BFBA}" destId="{22D7C58B-F6D1-4184-B4BF-52167AB81EE2}" srcOrd="0" destOrd="0" presId="urn:microsoft.com/office/officeart/2008/layout/VerticalAccentList"/>
    <dgm:cxn modelId="{22875570-786F-4F05-9A66-E312410560BC}" type="presOf" srcId="{E5C85BAF-3B3F-40D6-AC2D-8C63A132579A}" destId="{23E4D7C4-6349-409C-8A1C-CB83509433FE}" srcOrd="0" destOrd="0" presId="urn:microsoft.com/office/officeart/2008/layout/VerticalAccentList"/>
    <dgm:cxn modelId="{CF136252-1E50-4F61-B4EA-D7D1D12DB7EB}" srcId="{991701F0-6D86-4AE6-80A5-5752238F3B4A}" destId="{0F1304D6-7270-4A2A-8AA4-5FC5432005EE}" srcOrd="0" destOrd="0" parTransId="{66283DBF-B27F-4AFB-900E-001B4C54366B}" sibTransId="{61521743-D173-4F41-97C2-39EA3E820B1E}"/>
    <dgm:cxn modelId="{3BBA4CBD-DCF9-469D-B2B3-0E32A67574F0}" srcId="{EF550870-841B-465B-9EED-C9D44BA6341C}" destId="{FEA5FB8F-7B03-4B59-9F2B-DBE0CAC10927}" srcOrd="0" destOrd="0" parTransId="{1BF4FD7D-AB4F-4DE6-95A9-AB1C7890C465}" sibTransId="{A17A7AF9-763E-4CCC-9AC7-CF2CB1C95DE8}"/>
    <dgm:cxn modelId="{8A0ABCCD-3AE7-446A-924D-38DCDAB89FD0}" type="presOf" srcId="{65E93483-F0F2-49D6-8BA3-C1F119F9F7FC}" destId="{CE9DC7C4-4485-4AA6-9DB5-C8684109660B}" srcOrd="0" destOrd="0" presId="urn:microsoft.com/office/officeart/2008/layout/VerticalAccentList"/>
    <dgm:cxn modelId="{E36207D5-1372-45BE-AD8B-0838CFF5B0BD}" type="presOf" srcId="{EF550870-841B-465B-9EED-C9D44BA6341C}" destId="{068698C3-B2F1-48E1-8AEA-9B006CBC91F6}" srcOrd="0" destOrd="0" presId="urn:microsoft.com/office/officeart/2008/layout/VerticalAccentList"/>
    <dgm:cxn modelId="{AB855EDA-71F3-40E7-97BC-C9586845128D}" srcId="{991701F0-6D86-4AE6-80A5-5752238F3B4A}" destId="{5283CF65-824F-46BF-A235-11E51588BFBA}" srcOrd="2" destOrd="0" parTransId="{9D05670F-9D3E-4462-911B-92A1AFD3B64C}" sibTransId="{A7ED6854-CD4C-47BD-BEE8-4D863B8F23D5}"/>
    <dgm:cxn modelId="{2BFC5ADB-B292-4A5C-9D98-8641B412DDF9}" type="presOf" srcId="{0F1304D6-7270-4A2A-8AA4-5FC5432005EE}" destId="{FD91E37B-0FD2-47A2-B519-90E964343139}" srcOrd="0" destOrd="0" presId="urn:microsoft.com/office/officeart/2008/layout/VerticalAccentList"/>
    <dgm:cxn modelId="{A0E1C532-A228-4153-BE03-CE1D80DAC33C}" type="presParOf" srcId="{B7A85032-6BC7-4133-8D23-46B6508B68F2}" destId="{5107C292-476A-495C-B641-395F6CC979B5}" srcOrd="0" destOrd="0" presId="urn:microsoft.com/office/officeart/2008/layout/VerticalAccentList"/>
    <dgm:cxn modelId="{78C2E5AD-5076-4F64-92A9-05B49BDA0A73}" type="presParOf" srcId="{5107C292-476A-495C-B641-395F6CC979B5}" destId="{FD91E37B-0FD2-47A2-B519-90E964343139}" srcOrd="0" destOrd="0" presId="urn:microsoft.com/office/officeart/2008/layout/VerticalAccentList"/>
    <dgm:cxn modelId="{8927890A-AE82-4A09-AB49-EE8CFD9E8CC1}" type="presParOf" srcId="{B7A85032-6BC7-4133-8D23-46B6508B68F2}" destId="{B1E01BA8-361F-4ECC-AD75-03EAEAC9C540}" srcOrd="1" destOrd="0" presId="urn:microsoft.com/office/officeart/2008/layout/VerticalAccentList"/>
    <dgm:cxn modelId="{8E25E804-ED17-4C2D-9AB7-77A79B20F2E2}" type="presParOf" srcId="{B1E01BA8-361F-4ECC-AD75-03EAEAC9C540}" destId="{49DB0F70-C497-4EAE-9121-C41EF8D3EF25}" srcOrd="0" destOrd="0" presId="urn:microsoft.com/office/officeart/2008/layout/VerticalAccentList"/>
    <dgm:cxn modelId="{B9D2372A-FC5A-40F0-93E0-2FEA300119F7}" type="presParOf" srcId="{B1E01BA8-361F-4ECC-AD75-03EAEAC9C540}" destId="{69F5338E-105F-4A2F-904B-D8ECCC829D93}" srcOrd="1" destOrd="0" presId="urn:microsoft.com/office/officeart/2008/layout/VerticalAccentList"/>
    <dgm:cxn modelId="{4DB8129B-3C73-4D71-8271-54C615A53E19}" type="presParOf" srcId="{B1E01BA8-361F-4ECC-AD75-03EAEAC9C540}" destId="{7C30B21C-B040-4282-A782-720853DE6CE0}" srcOrd="2" destOrd="0" presId="urn:microsoft.com/office/officeart/2008/layout/VerticalAccentList"/>
    <dgm:cxn modelId="{5140F2A9-8115-4C49-A94B-1AFC064B16C3}" type="presParOf" srcId="{B1E01BA8-361F-4ECC-AD75-03EAEAC9C540}" destId="{C9A6D718-8F24-4345-BD3D-6C088651C914}" srcOrd="3" destOrd="0" presId="urn:microsoft.com/office/officeart/2008/layout/VerticalAccentList"/>
    <dgm:cxn modelId="{29915407-1FA1-474E-8EA3-3DBF374CE6E9}" type="presParOf" srcId="{B1E01BA8-361F-4ECC-AD75-03EAEAC9C540}" destId="{0B0B9E90-8766-434D-AC4F-10B56EE55C52}" srcOrd="4" destOrd="0" presId="urn:microsoft.com/office/officeart/2008/layout/VerticalAccentList"/>
    <dgm:cxn modelId="{E7A8BA5D-22BA-4849-AF4E-B957E2C2266B}" type="presParOf" srcId="{B1E01BA8-361F-4ECC-AD75-03EAEAC9C540}" destId="{7A0B27A4-85D5-4AFD-9359-B04E09EB8D90}" srcOrd="5" destOrd="0" presId="urn:microsoft.com/office/officeart/2008/layout/VerticalAccentList"/>
    <dgm:cxn modelId="{504C3F5B-3152-446D-B8EF-72486CF29829}" type="presParOf" srcId="{B1E01BA8-361F-4ECC-AD75-03EAEAC9C540}" destId="{1A980096-0DBC-4A26-B01D-05BB3D4D87C2}" srcOrd="6" destOrd="0" presId="urn:microsoft.com/office/officeart/2008/layout/VerticalAccentList"/>
    <dgm:cxn modelId="{F29A4230-16BD-4252-A98C-6EA2883D6088}" type="presParOf" srcId="{B1E01BA8-361F-4ECC-AD75-03EAEAC9C540}" destId="{23E4D7C4-6349-409C-8A1C-CB83509433FE}" srcOrd="7" destOrd="0" presId="urn:microsoft.com/office/officeart/2008/layout/VerticalAccentList"/>
    <dgm:cxn modelId="{338CFC21-DFF1-481D-9F56-B764DF71221A}" type="presParOf" srcId="{B7A85032-6BC7-4133-8D23-46B6508B68F2}" destId="{2A5CD36B-5660-4900-9C9B-743A597E6D56}" srcOrd="2" destOrd="0" presId="urn:microsoft.com/office/officeart/2008/layout/VerticalAccentList"/>
    <dgm:cxn modelId="{566EF015-602E-4D83-9073-7175D8B6FF67}" type="presParOf" srcId="{B7A85032-6BC7-4133-8D23-46B6508B68F2}" destId="{FE8C20C1-2879-45A1-90B6-7B7CF8489B3F}" srcOrd="3" destOrd="0" presId="urn:microsoft.com/office/officeart/2008/layout/VerticalAccentList"/>
    <dgm:cxn modelId="{D67DE807-9BC9-4025-BCE9-C1831A79A9B8}" type="presParOf" srcId="{FE8C20C1-2879-45A1-90B6-7B7CF8489B3F}" destId="{068698C3-B2F1-48E1-8AEA-9B006CBC91F6}" srcOrd="0" destOrd="0" presId="urn:microsoft.com/office/officeart/2008/layout/VerticalAccentList"/>
    <dgm:cxn modelId="{501270A1-E2F5-4FB8-8F4C-1D4B5D9B252F}" type="presParOf" srcId="{B7A85032-6BC7-4133-8D23-46B6508B68F2}" destId="{D5043415-6B76-4A15-98C6-045958CD11F0}" srcOrd="4" destOrd="0" presId="urn:microsoft.com/office/officeart/2008/layout/VerticalAccentList"/>
    <dgm:cxn modelId="{9FF097B0-69FB-4F8B-9280-1FE9EDCD39A9}" type="presParOf" srcId="{D5043415-6B76-4A15-98C6-045958CD11F0}" destId="{E26B1588-DE25-4524-AC73-CB66F559B3A0}" srcOrd="0" destOrd="0" presId="urn:microsoft.com/office/officeart/2008/layout/VerticalAccentList"/>
    <dgm:cxn modelId="{F24D5AE0-6A38-4EB8-8614-BEDFE9A526AB}" type="presParOf" srcId="{D5043415-6B76-4A15-98C6-045958CD11F0}" destId="{7F295813-9E76-464A-BA1A-AC72EFDAF9BE}" srcOrd="1" destOrd="0" presId="urn:microsoft.com/office/officeart/2008/layout/VerticalAccentList"/>
    <dgm:cxn modelId="{1B8FEBB0-30A7-4672-B0A6-ED11DFC18006}" type="presParOf" srcId="{D5043415-6B76-4A15-98C6-045958CD11F0}" destId="{5F17DFF4-E7C2-447C-81A9-98C44FB8C12A}" srcOrd="2" destOrd="0" presId="urn:microsoft.com/office/officeart/2008/layout/VerticalAccentList"/>
    <dgm:cxn modelId="{B797A411-8929-44D0-9E99-BC1ECCB5864D}" type="presParOf" srcId="{D5043415-6B76-4A15-98C6-045958CD11F0}" destId="{BF5D09CF-F0F5-40EC-98BD-DC7625FBE8B4}" srcOrd="3" destOrd="0" presId="urn:microsoft.com/office/officeart/2008/layout/VerticalAccentList"/>
    <dgm:cxn modelId="{37B26A6A-E3BF-4A77-9381-61401E3971E4}" type="presParOf" srcId="{D5043415-6B76-4A15-98C6-045958CD11F0}" destId="{F4D94E8A-8A84-4351-94DA-9A90DEE02011}" srcOrd="4" destOrd="0" presId="urn:microsoft.com/office/officeart/2008/layout/VerticalAccentList"/>
    <dgm:cxn modelId="{521C6EC3-34C4-4898-891B-C7A626455B2D}" type="presParOf" srcId="{D5043415-6B76-4A15-98C6-045958CD11F0}" destId="{652777ED-B297-4638-BCAD-A8DC5D835AD1}" srcOrd="5" destOrd="0" presId="urn:microsoft.com/office/officeart/2008/layout/VerticalAccentList"/>
    <dgm:cxn modelId="{78B626AE-232B-4318-B51D-4EE5FEFB8DBE}" type="presParOf" srcId="{D5043415-6B76-4A15-98C6-045958CD11F0}" destId="{C47502ED-423D-49B2-9F7B-11A9E8BA8781}" srcOrd="6" destOrd="0" presId="urn:microsoft.com/office/officeart/2008/layout/VerticalAccentList"/>
    <dgm:cxn modelId="{02FB6014-C22C-4ED2-9053-5DFC15F85FA9}" type="presParOf" srcId="{D5043415-6B76-4A15-98C6-045958CD11F0}" destId="{EA58A509-61BD-4BF5-93C5-A092C883EB51}" srcOrd="7" destOrd="0" presId="urn:microsoft.com/office/officeart/2008/layout/VerticalAccentList"/>
    <dgm:cxn modelId="{E7815240-5F1B-43EE-AEE0-52050ADDDF52}" type="presParOf" srcId="{B7A85032-6BC7-4133-8D23-46B6508B68F2}" destId="{AAE04AAB-71B7-4566-9569-25E4B4B5D0C2}" srcOrd="5" destOrd="0" presId="urn:microsoft.com/office/officeart/2008/layout/VerticalAccentList"/>
    <dgm:cxn modelId="{8E7798ED-9DAB-4F7B-8250-FB60BD24AD16}" type="presParOf" srcId="{B7A85032-6BC7-4133-8D23-46B6508B68F2}" destId="{0DBBF12F-3758-48FC-A08E-B3A3D008694F}" srcOrd="6" destOrd="0" presId="urn:microsoft.com/office/officeart/2008/layout/VerticalAccentList"/>
    <dgm:cxn modelId="{64D739CD-64A2-458C-950C-75B2E7B50B5B}" type="presParOf" srcId="{0DBBF12F-3758-48FC-A08E-B3A3D008694F}" destId="{22D7C58B-F6D1-4184-B4BF-52167AB81EE2}" srcOrd="0" destOrd="0" presId="urn:microsoft.com/office/officeart/2008/layout/VerticalAccentList"/>
    <dgm:cxn modelId="{0E4D33B5-B76F-4790-99FB-5EF1AB18EC11}" type="presParOf" srcId="{B7A85032-6BC7-4133-8D23-46B6508B68F2}" destId="{3E5AA23C-8329-4FB3-BCB0-07F3F293DECF}" srcOrd="7" destOrd="0" presId="urn:microsoft.com/office/officeart/2008/layout/VerticalAccentList"/>
    <dgm:cxn modelId="{3D4A2600-F095-4AFB-98B3-BB872C345651}" type="presParOf" srcId="{3E5AA23C-8329-4FB3-BCB0-07F3F293DECF}" destId="{BB98E7CB-997A-46F4-A7B7-7CCA2187012D}" srcOrd="0" destOrd="0" presId="urn:microsoft.com/office/officeart/2008/layout/VerticalAccentList"/>
    <dgm:cxn modelId="{E43F5F01-71A2-4C7F-90D4-1BB8145FF294}" type="presParOf" srcId="{3E5AA23C-8329-4FB3-BCB0-07F3F293DECF}" destId="{DFA4B46F-AD41-4B3D-8659-B4F47BC52E08}" srcOrd="1" destOrd="0" presId="urn:microsoft.com/office/officeart/2008/layout/VerticalAccentList"/>
    <dgm:cxn modelId="{684A4567-4D2B-4E17-AD61-F1ED949CB776}" type="presParOf" srcId="{3E5AA23C-8329-4FB3-BCB0-07F3F293DECF}" destId="{9BEC0A75-BBBE-4D1F-8B1C-856333D8C63A}" srcOrd="2" destOrd="0" presId="urn:microsoft.com/office/officeart/2008/layout/VerticalAccentList"/>
    <dgm:cxn modelId="{FA7FECBF-5524-4CA1-A9D1-42B64DB984BF}" type="presParOf" srcId="{3E5AA23C-8329-4FB3-BCB0-07F3F293DECF}" destId="{DAC7CB4D-68AD-4A08-9EB1-206B4122EA19}" srcOrd="3" destOrd="0" presId="urn:microsoft.com/office/officeart/2008/layout/VerticalAccentList"/>
    <dgm:cxn modelId="{E961AF10-C10E-4504-AB64-41C6323A2C21}" type="presParOf" srcId="{3E5AA23C-8329-4FB3-BCB0-07F3F293DECF}" destId="{AC0F8441-883D-4EFA-B4D2-7875AA6CD427}" srcOrd="4" destOrd="0" presId="urn:microsoft.com/office/officeart/2008/layout/VerticalAccentList"/>
    <dgm:cxn modelId="{0055A056-6102-4585-B0D4-D73B202A0ED4}" type="presParOf" srcId="{3E5AA23C-8329-4FB3-BCB0-07F3F293DECF}" destId="{CE2252B8-B355-4BA0-8981-358298B5B584}" srcOrd="5" destOrd="0" presId="urn:microsoft.com/office/officeart/2008/layout/VerticalAccentList"/>
    <dgm:cxn modelId="{7B9033A1-B2C6-492A-95F0-E306A68AFB42}" type="presParOf" srcId="{3E5AA23C-8329-4FB3-BCB0-07F3F293DECF}" destId="{E4EB5168-6C49-4A63-B476-7F09EEE35620}" srcOrd="6" destOrd="0" presId="urn:microsoft.com/office/officeart/2008/layout/VerticalAccentList"/>
    <dgm:cxn modelId="{57886B59-26C6-4385-BBBF-F2FF31B7074D}" type="presParOf" srcId="{3E5AA23C-8329-4FB3-BCB0-07F3F293DECF}" destId="{CE9DC7C4-4485-4AA6-9DB5-C8684109660B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2E00ED-85AC-4715-9BC4-5EE205B73C54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12967D5-710F-4264-8706-A730C4903B7E}">
      <dgm:prSet phldrT="[Texto]"/>
      <dgm:spPr/>
      <dgm:t>
        <a:bodyPr/>
        <a:lstStyle/>
        <a:p>
          <a:r>
            <a:rPr lang="es-MX" dirty="0"/>
            <a:t>Entrevistas</a:t>
          </a:r>
        </a:p>
      </dgm:t>
    </dgm:pt>
    <dgm:pt modelId="{977E9DBA-95E8-4991-916B-EE55FC4F94B5}" type="parTrans" cxnId="{80B0BE17-A6EE-46EF-93E9-65BF5A87010F}">
      <dgm:prSet/>
      <dgm:spPr/>
      <dgm:t>
        <a:bodyPr/>
        <a:lstStyle/>
        <a:p>
          <a:endParaRPr lang="es-MX"/>
        </a:p>
      </dgm:t>
    </dgm:pt>
    <dgm:pt modelId="{D5E91742-5281-408E-887B-A3B7278B6F11}" type="sibTrans" cxnId="{80B0BE17-A6EE-46EF-93E9-65BF5A87010F}">
      <dgm:prSet/>
      <dgm:spPr/>
      <dgm:t>
        <a:bodyPr/>
        <a:lstStyle/>
        <a:p>
          <a:endParaRPr lang="es-MX"/>
        </a:p>
      </dgm:t>
    </dgm:pt>
    <dgm:pt modelId="{30AABBD7-9468-47E1-A907-595B583B8D62}">
      <dgm:prSet phldrT="[Texto]"/>
      <dgm:spPr/>
      <dgm:t>
        <a:bodyPr/>
        <a:lstStyle/>
        <a:p>
          <a:r>
            <a:rPr lang="es-MX" dirty="0"/>
            <a:t>talleres</a:t>
          </a:r>
        </a:p>
      </dgm:t>
    </dgm:pt>
    <dgm:pt modelId="{EFA75CAE-12C7-4478-89DF-FE2FF0801B3A}" type="parTrans" cxnId="{39F308FE-EC58-4338-A7C9-4C1CE31E7352}">
      <dgm:prSet/>
      <dgm:spPr/>
      <dgm:t>
        <a:bodyPr/>
        <a:lstStyle/>
        <a:p>
          <a:endParaRPr lang="es-MX"/>
        </a:p>
      </dgm:t>
    </dgm:pt>
    <dgm:pt modelId="{CF00C816-254D-4692-B5BE-806B5116C0FC}" type="sibTrans" cxnId="{39F308FE-EC58-4338-A7C9-4C1CE31E7352}">
      <dgm:prSet/>
      <dgm:spPr/>
      <dgm:t>
        <a:bodyPr/>
        <a:lstStyle/>
        <a:p>
          <a:endParaRPr lang="es-MX"/>
        </a:p>
      </dgm:t>
    </dgm:pt>
    <dgm:pt modelId="{FDA898A3-A2E8-4397-BCF9-E6AC03D55061}">
      <dgm:prSet phldrT="[Texto]"/>
      <dgm:spPr/>
      <dgm:t>
        <a:bodyPr/>
        <a:lstStyle/>
        <a:p>
          <a:r>
            <a:rPr lang="es-MX" dirty="0"/>
            <a:t>cuestionarios</a:t>
          </a:r>
        </a:p>
      </dgm:t>
    </dgm:pt>
    <dgm:pt modelId="{81C356CC-1DFA-4055-BE07-DA4BBB149044}" type="parTrans" cxnId="{4682ADEC-3ADB-4249-9B85-D966879CBFE9}">
      <dgm:prSet/>
      <dgm:spPr/>
      <dgm:t>
        <a:bodyPr/>
        <a:lstStyle/>
        <a:p>
          <a:endParaRPr lang="es-MX"/>
        </a:p>
      </dgm:t>
    </dgm:pt>
    <dgm:pt modelId="{7204FCCC-41B3-4DD0-AF6F-7617E04C5DC8}" type="sibTrans" cxnId="{4682ADEC-3ADB-4249-9B85-D966879CBFE9}">
      <dgm:prSet/>
      <dgm:spPr/>
      <dgm:t>
        <a:bodyPr/>
        <a:lstStyle/>
        <a:p>
          <a:endParaRPr lang="es-MX"/>
        </a:p>
      </dgm:t>
    </dgm:pt>
    <dgm:pt modelId="{A71E07C1-12C5-4D00-9965-C6A0A1B566E5}">
      <dgm:prSet/>
      <dgm:spPr/>
      <dgm:t>
        <a:bodyPr/>
        <a:lstStyle/>
        <a:p>
          <a:r>
            <a:rPr lang="es-MX" dirty="0"/>
            <a:t>observación directa o </a:t>
          </a:r>
          <a:r>
            <a:rPr lang="es-MX" dirty="0" err="1"/>
            <a:t>shadowing</a:t>
          </a:r>
          <a:endParaRPr lang="es-MX" dirty="0"/>
        </a:p>
      </dgm:t>
    </dgm:pt>
    <dgm:pt modelId="{A8AE82AA-CAC5-4FCA-B737-C19193D382DF}" type="parTrans" cxnId="{6868FD0B-7B68-40C9-8DD6-1FDDFB6EACAC}">
      <dgm:prSet/>
      <dgm:spPr/>
      <dgm:t>
        <a:bodyPr/>
        <a:lstStyle/>
        <a:p>
          <a:endParaRPr lang="es-MX"/>
        </a:p>
      </dgm:t>
    </dgm:pt>
    <dgm:pt modelId="{48F276C4-7A06-4FF5-8A59-31758E1C29EF}" type="sibTrans" cxnId="{6868FD0B-7B68-40C9-8DD6-1FDDFB6EACAC}">
      <dgm:prSet/>
      <dgm:spPr/>
      <dgm:t>
        <a:bodyPr/>
        <a:lstStyle/>
        <a:p>
          <a:endParaRPr lang="es-MX"/>
        </a:p>
      </dgm:t>
    </dgm:pt>
    <dgm:pt modelId="{C826C4D3-B5BB-494C-8979-4367223B010A}">
      <dgm:prSet/>
      <dgm:spPr/>
      <dgm:t>
        <a:bodyPr/>
        <a:lstStyle/>
        <a:p>
          <a:r>
            <a:rPr lang="es-MX"/>
            <a:t>análisis de documentos</a:t>
          </a:r>
        </a:p>
      </dgm:t>
    </dgm:pt>
    <dgm:pt modelId="{D258B1A5-8D51-4EEA-A663-43201FAA88B3}" type="parTrans" cxnId="{071954A5-D319-4557-AE09-3D1A8F6376F5}">
      <dgm:prSet/>
      <dgm:spPr/>
      <dgm:t>
        <a:bodyPr/>
        <a:lstStyle/>
        <a:p>
          <a:endParaRPr lang="es-MX"/>
        </a:p>
      </dgm:t>
    </dgm:pt>
    <dgm:pt modelId="{413B0FFA-4134-42F1-AD2C-E19EC9CBB1D7}" type="sibTrans" cxnId="{071954A5-D319-4557-AE09-3D1A8F6376F5}">
      <dgm:prSet/>
      <dgm:spPr/>
      <dgm:t>
        <a:bodyPr/>
        <a:lstStyle/>
        <a:p>
          <a:endParaRPr lang="es-MX"/>
        </a:p>
      </dgm:t>
    </dgm:pt>
    <dgm:pt modelId="{B5B40928-F2D1-4E9B-A513-15DCAC15DAD6}" type="pres">
      <dgm:prSet presAssocID="{3F2E00ED-85AC-4715-9BC4-5EE205B73C54}" presName="arrowDiagram" presStyleCnt="0">
        <dgm:presLayoutVars>
          <dgm:chMax val="5"/>
          <dgm:dir/>
          <dgm:resizeHandles val="exact"/>
        </dgm:presLayoutVars>
      </dgm:prSet>
      <dgm:spPr/>
    </dgm:pt>
    <dgm:pt modelId="{9472A452-AFAE-4418-9B53-49A60C575467}" type="pres">
      <dgm:prSet presAssocID="{3F2E00ED-85AC-4715-9BC4-5EE205B73C54}" presName="arrow" presStyleLbl="bgShp" presStyleIdx="0" presStyleCnt="1"/>
      <dgm:spPr/>
    </dgm:pt>
    <dgm:pt modelId="{BD5993E4-A4E1-4C3F-A976-E2F7ADCB2F82}" type="pres">
      <dgm:prSet presAssocID="{3F2E00ED-85AC-4715-9BC4-5EE205B73C54}" presName="arrowDiagram5" presStyleCnt="0"/>
      <dgm:spPr/>
    </dgm:pt>
    <dgm:pt modelId="{D182BCDC-59CB-42F1-B5E1-092C9566F003}" type="pres">
      <dgm:prSet presAssocID="{612967D5-710F-4264-8706-A730C4903B7E}" presName="bullet5a" presStyleLbl="node1" presStyleIdx="0" presStyleCnt="5"/>
      <dgm:spPr/>
    </dgm:pt>
    <dgm:pt modelId="{00AE526B-CA53-4C48-9A08-1D7D59885FD9}" type="pres">
      <dgm:prSet presAssocID="{612967D5-710F-4264-8706-A730C4903B7E}" presName="textBox5a" presStyleLbl="revTx" presStyleIdx="0" presStyleCnt="5">
        <dgm:presLayoutVars>
          <dgm:bulletEnabled val="1"/>
        </dgm:presLayoutVars>
      </dgm:prSet>
      <dgm:spPr/>
    </dgm:pt>
    <dgm:pt modelId="{D9466049-BEA7-4F3D-90BD-1D855C4ACCBD}" type="pres">
      <dgm:prSet presAssocID="{30AABBD7-9468-47E1-A907-595B583B8D62}" presName="bullet5b" presStyleLbl="node1" presStyleIdx="1" presStyleCnt="5"/>
      <dgm:spPr/>
    </dgm:pt>
    <dgm:pt modelId="{E92683C8-EAA5-4D54-A60D-CAA112F8DB26}" type="pres">
      <dgm:prSet presAssocID="{30AABBD7-9468-47E1-A907-595B583B8D62}" presName="textBox5b" presStyleLbl="revTx" presStyleIdx="1" presStyleCnt="5">
        <dgm:presLayoutVars>
          <dgm:bulletEnabled val="1"/>
        </dgm:presLayoutVars>
      </dgm:prSet>
      <dgm:spPr/>
    </dgm:pt>
    <dgm:pt modelId="{06CD5C84-86BF-415B-B213-15B9381BF4A8}" type="pres">
      <dgm:prSet presAssocID="{FDA898A3-A2E8-4397-BCF9-E6AC03D55061}" presName="bullet5c" presStyleLbl="node1" presStyleIdx="2" presStyleCnt="5"/>
      <dgm:spPr/>
    </dgm:pt>
    <dgm:pt modelId="{A65CF281-6669-4732-BC13-96A45255CEB1}" type="pres">
      <dgm:prSet presAssocID="{FDA898A3-A2E8-4397-BCF9-E6AC03D55061}" presName="textBox5c" presStyleLbl="revTx" presStyleIdx="2" presStyleCnt="5">
        <dgm:presLayoutVars>
          <dgm:bulletEnabled val="1"/>
        </dgm:presLayoutVars>
      </dgm:prSet>
      <dgm:spPr/>
    </dgm:pt>
    <dgm:pt modelId="{1A6A69C8-C551-4F33-9F9F-2BA2DB6D6BD9}" type="pres">
      <dgm:prSet presAssocID="{A71E07C1-12C5-4D00-9965-C6A0A1B566E5}" presName="bullet5d" presStyleLbl="node1" presStyleIdx="3" presStyleCnt="5"/>
      <dgm:spPr/>
    </dgm:pt>
    <dgm:pt modelId="{91D0B53A-F4CC-49B8-8903-2AA7AF584CAA}" type="pres">
      <dgm:prSet presAssocID="{A71E07C1-12C5-4D00-9965-C6A0A1B566E5}" presName="textBox5d" presStyleLbl="revTx" presStyleIdx="3" presStyleCnt="5">
        <dgm:presLayoutVars>
          <dgm:bulletEnabled val="1"/>
        </dgm:presLayoutVars>
      </dgm:prSet>
      <dgm:spPr/>
    </dgm:pt>
    <dgm:pt modelId="{4415739D-3B7D-41E0-BB90-DF8FAD25F6EB}" type="pres">
      <dgm:prSet presAssocID="{C826C4D3-B5BB-494C-8979-4367223B010A}" presName="bullet5e" presStyleLbl="node1" presStyleIdx="4" presStyleCnt="5"/>
      <dgm:spPr/>
    </dgm:pt>
    <dgm:pt modelId="{3FC76CC3-02F5-4678-B0AD-47C22BAD62CE}" type="pres">
      <dgm:prSet presAssocID="{C826C4D3-B5BB-494C-8979-4367223B010A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6868FD0B-7B68-40C9-8DD6-1FDDFB6EACAC}" srcId="{3F2E00ED-85AC-4715-9BC4-5EE205B73C54}" destId="{A71E07C1-12C5-4D00-9965-C6A0A1B566E5}" srcOrd="3" destOrd="0" parTransId="{A8AE82AA-CAC5-4FCA-B737-C19193D382DF}" sibTransId="{48F276C4-7A06-4FF5-8A59-31758E1C29EF}"/>
    <dgm:cxn modelId="{A6E99115-C2C0-4C3A-A074-0AD74273BF76}" type="presOf" srcId="{612967D5-710F-4264-8706-A730C4903B7E}" destId="{00AE526B-CA53-4C48-9A08-1D7D59885FD9}" srcOrd="0" destOrd="0" presId="urn:microsoft.com/office/officeart/2005/8/layout/arrow2"/>
    <dgm:cxn modelId="{80B0BE17-A6EE-46EF-93E9-65BF5A87010F}" srcId="{3F2E00ED-85AC-4715-9BC4-5EE205B73C54}" destId="{612967D5-710F-4264-8706-A730C4903B7E}" srcOrd="0" destOrd="0" parTransId="{977E9DBA-95E8-4991-916B-EE55FC4F94B5}" sibTransId="{D5E91742-5281-408E-887B-A3B7278B6F11}"/>
    <dgm:cxn modelId="{4D37ED3B-9400-4FFA-8578-D0B5098545D1}" type="presOf" srcId="{30AABBD7-9468-47E1-A907-595B583B8D62}" destId="{E92683C8-EAA5-4D54-A60D-CAA112F8DB26}" srcOrd="0" destOrd="0" presId="urn:microsoft.com/office/officeart/2005/8/layout/arrow2"/>
    <dgm:cxn modelId="{9614CF67-0AFD-48AF-985E-6E643A014D2E}" type="presOf" srcId="{C826C4D3-B5BB-494C-8979-4367223B010A}" destId="{3FC76CC3-02F5-4678-B0AD-47C22BAD62CE}" srcOrd="0" destOrd="0" presId="urn:microsoft.com/office/officeart/2005/8/layout/arrow2"/>
    <dgm:cxn modelId="{F30EB181-3836-4172-8DC3-26542D702BD0}" type="presOf" srcId="{A71E07C1-12C5-4D00-9965-C6A0A1B566E5}" destId="{91D0B53A-F4CC-49B8-8903-2AA7AF584CAA}" srcOrd="0" destOrd="0" presId="urn:microsoft.com/office/officeart/2005/8/layout/arrow2"/>
    <dgm:cxn modelId="{26E74295-2F0F-4793-8D41-42FA04F80339}" type="presOf" srcId="{FDA898A3-A2E8-4397-BCF9-E6AC03D55061}" destId="{A65CF281-6669-4732-BC13-96A45255CEB1}" srcOrd="0" destOrd="0" presId="urn:microsoft.com/office/officeart/2005/8/layout/arrow2"/>
    <dgm:cxn modelId="{071954A5-D319-4557-AE09-3D1A8F6376F5}" srcId="{3F2E00ED-85AC-4715-9BC4-5EE205B73C54}" destId="{C826C4D3-B5BB-494C-8979-4367223B010A}" srcOrd="4" destOrd="0" parTransId="{D258B1A5-8D51-4EEA-A663-43201FAA88B3}" sibTransId="{413B0FFA-4134-42F1-AD2C-E19EC9CBB1D7}"/>
    <dgm:cxn modelId="{EC6F05B7-CC1D-4D75-B2E3-39A16BBB633B}" type="presOf" srcId="{3F2E00ED-85AC-4715-9BC4-5EE205B73C54}" destId="{B5B40928-F2D1-4E9B-A513-15DCAC15DAD6}" srcOrd="0" destOrd="0" presId="urn:microsoft.com/office/officeart/2005/8/layout/arrow2"/>
    <dgm:cxn modelId="{4682ADEC-3ADB-4249-9B85-D966879CBFE9}" srcId="{3F2E00ED-85AC-4715-9BC4-5EE205B73C54}" destId="{FDA898A3-A2E8-4397-BCF9-E6AC03D55061}" srcOrd="2" destOrd="0" parTransId="{81C356CC-1DFA-4055-BE07-DA4BBB149044}" sibTransId="{7204FCCC-41B3-4DD0-AF6F-7617E04C5DC8}"/>
    <dgm:cxn modelId="{39F308FE-EC58-4338-A7C9-4C1CE31E7352}" srcId="{3F2E00ED-85AC-4715-9BC4-5EE205B73C54}" destId="{30AABBD7-9468-47E1-A907-595B583B8D62}" srcOrd="1" destOrd="0" parTransId="{EFA75CAE-12C7-4478-89DF-FE2FF0801B3A}" sibTransId="{CF00C816-254D-4692-B5BE-806B5116C0FC}"/>
    <dgm:cxn modelId="{1B64A193-3D23-4FF3-8B1F-76D6281C3D3A}" type="presParOf" srcId="{B5B40928-F2D1-4E9B-A513-15DCAC15DAD6}" destId="{9472A452-AFAE-4418-9B53-49A60C575467}" srcOrd="0" destOrd="0" presId="urn:microsoft.com/office/officeart/2005/8/layout/arrow2"/>
    <dgm:cxn modelId="{896ACD8D-C902-40FD-AD7A-55D9D80747E9}" type="presParOf" srcId="{B5B40928-F2D1-4E9B-A513-15DCAC15DAD6}" destId="{BD5993E4-A4E1-4C3F-A976-E2F7ADCB2F82}" srcOrd="1" destOrd="0" presId="urn:microsoft.com/office/officeart/2005/8/layout/arrow2"/>
    <dgm:cxn modelId="{D5F5E356-340F-4CA5-8AD2-015E2E40E366}" type="presParOf" srcId="{BD5993E4-A4E1-4C3F-A976-E2F7ADCB2F82}" destId="{D182BCDC-59CB-42F1-B5E1-092C9566F003}" srcOrd="0" destOrd="0" presId="urn:microsoft.com/office/officeart/2005/8/layout/arrow2"/>
    <dgm:cxn modelId="{A3AB400E-6844-4BD6-A0F5-65D7F074A614}" type="presParOf" srcId="{BD5993E4-A4E1-4C3F-A976-E2F7ADCB2F82}" destId="{00AE526B-CA53-4C48-9A08-1D7D59885FD9}" srcOrd="1" destOrd="0" presId="urn:microsoft.com/office/officeart/2005/8/layout/arrow2"/>
    <dgm:cxn modelId="{92D9AF17-8D57-4ECA-99B2-1A07156DAE93}" type="presParOf" srcId="{BD5993E4-A4E1-4C3F-A976-E2F7ADCB2F82}" destId="{D9466049-BEA7-4F3D-90BD-1D855C4ACCBD}" srcOrd="2" destOrd="0" presId="urn:microsoft.com/office/officeart/2005/8/layout/arrow2"/>
    <dgm:cxn modelId="{A43BE856-FF32-4B1F-9BEC-7D3D2B1598BB}" type="presParOf" srcId="{BD5993E4-A4E1-4C3F-A976-E2F7ADCB2F82}" destId="{E92683C8-EAA5-4D54-A60D-CAA112F8DB26}" srcOrd="3" destOrd="0" presId="urn:microsoft.com/office/officeart/2005/8/layout/arrow2"/>
    <dgm:cxn modelId="{38308D89-87E1-4FDD-AD8D-7B44414AA477}" type="presParOf" srcId="{BD5993E4-A4E1-4C3F-A976-E2F7ADCB2F82}" destId="{06CD5C84-86BF-415B-B213-15B9381BF4A8}" srcOrd="4" destOrd="0" presId="urn:microsoft.com/office/officeart/2005/8/layout/arrow2"/>
    <dgm:cxn modelId="{105C35BF-E9FF-4D00-863E-6B10D3982F6B}" type="presParOf" srcId="{BD5993E4-A4E1-4C3F-A976-E2F7ADCB2F82}" destId="{A65CF281-6669-4732-BC13-96A45255CEB1}" srcOrd="5" destOrd="0" presId="urn:microsoft.com/office/officeart/2005/8/layout/arrow2"/>
    <dgm:cxn modelId="{37DFF48B-FEFC-4508-BA3A-A9BEFDBC7F2A}" type="presParOf" srcId="{BD5993E4-A4E1-4C3F-A976-E2F7ADCB2F82}" destId="{1A6A69C8-C551-4F33-9F9F-2BA2DB6D6BD9}" srcOrd="6" destOrd="0" presId="urn:microsoft.com/office/officeart/2005/8/layout/arrow2"/>
    <dgm:cxn modelId="{8EFCBA14-84D3-41BE-A0DB-DF6DD37CBA7F}" type="presParOf" srcId="{BD5993E4-A4E1-4C3F-A976-E2F7ADCB2F82}" destId="{91D0B53A-F4CC-49B8-8903-2AA7AF584CAA}" srcOrd="7" destOrd="0" presId="urn:microsoft.com/office/officeart/2005/8/layout/arrow2"/>
    <dgm:cxn modelId="{3AB4C420-F621-42A2-BDC2-CF790B2E6CA1}" type="presParOf" srcId="{BD5993E4-A4E1-4C3F-A976-E2F7ADCB2F82}" destId="{4415739D-3B7D-41E0-BB90-DF8FAD25F6EB}" srcOrd="8" destOrd="0" presId="urn:microsoft.com/office/officeart/2005/8/layout/arrow2"/>
    <dgm:cxn modelId="{CFA2AAE4-2B43-44D0-A7E9-B94C570B2C17}" type="presParOf" srcId="{BD5993E4-A4E1-4C3F-A976-E2F7ADCB2F82}" destId="{3FC76CC3-02F5-4678-B0AD-47C22BAD62CE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BFEA5-EEFA-46B5-BF0F-F639EA5C1EBF}">
      <dsp:nvSpPr>
        <dsp:cNvPr id="0" name=""/>
        <dsp:cNvSpPr/>
      </dsp:nvSpPr>
      <dsp:spPr>
        <a:xfrm>
          <a:off x="4427595" y="34695"/>
          <a:ext cx="1182627" cy="1182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i="1" kern="1200" dirty="0"/>
            <a:t>1. Deslizamiento de alcance (</a:t>
          </a:r>
          <a:r>
            <a:rPr lang="es-MX" sz="1400" i="1" kern="1200" dirty="0" err="1"/>
            <a:t>Scope</a:t>
          </a:r>
          <a:r>
            <a:rPr lang="es-MX" sz="1400" i="1" kern="1200" dirty="0"/>
            <a:t> </a:t>
          </a:r>
          <a:r>
            <a:rPr lang="es-MX" sz="1400" i="1" kern="1200" dirty="0" err="1"/>
            <a:t>Creep</a:t>
          </a:r>
          <a:r>
            <a:rPr lang="es-MX" sz="1400" i="1" kern="1200" dirty="0"/>
            <a:t>)</a:t>
          </a:r>
          <a:endParaRPr lang="es-MX" sz="1400" kern="1200" dirty="0"/>
        </a:p>
      </dsp:txBody>
      <dsp:txXfrm>
        <a:off x="4427595" y="34695"/>
        <a:ext cx="1182627" cy="1182627"/>
      </dsp:txXfrm>
    </dsp:sp>
    <dsp:sp modelId="{D12EB265-4A27-4F52-8D22-0592C41DC10F}">
      <dsp:nvSpPr>
        <dsp:cNvPr id="0" name=""/>
        <dsp:cNvSpPr/>
      </dsp:nvSpPr>
      <dsp:spPr>
        <a:xfrm>
          <a:off x="1646278" y="560"/>
          <a:ext cx="4433190" cy="4433190"/>
        </a:xfrm>
        <a:prstGeom prst="circularArrow">
          <a:avLst>
            <a:gd name="adj1" fmla="val 5202"/>
            <a:gd name="adj2" fmla="val 336044"/>
            <a:gd name="adj3" fmla="val 21292710"/>
            <a:gd name="adj4" fmla="val 19766705"/>
            <a:gd name="adj5" fmla="val 6069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073F9DE-F731-44DB-A272-0CCFF52A3DA6}">
      <dsp:nvSpPr>
        <dsp:cNvPr id="0" name=""/>
        <dsp:cNvSpPr/>
      </dsp:nvSpPr>
      <dsp:spPr>
        <a:xfrm>
          <a:off x="5142064" y="2233605"/>
          <a:ext cx="1182627" cy="1182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2. Alto Índice de Retrabajo</a:t>
          </a:r>
        </a:p>
      </dsp:txBody>
      <dsp:txXfrm>
        <a:off x="5142064" y="2233605"/>
        <a:ext cx="1182627" cy="1182627"/>
      </dsp:txXfrm>
    </dsp:sp>
    <dsp:sp modelId="{ED581706-FFEB-431A-B189-F5F97FF934E9}">
      <dsp:nvSpPr>
        <dsp:cNvPr id="0" name=""/>
        <dsp:cNvSpPr/>
      </dsp:nvSpPr>
      <dsp:spPr>
        <a:xfrm>
          <a:off x="1646278" y="560"/>
          <a:ext cx="4433190" cy="4433190"/>
        </a:xfrm>
        <a:prstGeom prst="circularArrow">
          <a:avLst>
            <a:gd name="adj1" fmla="val 5202"/>
            <a:gd name="adj2" fmla="val 336044"/>
            <a:gd name="adj3" fmla="val 4014147"/>
            <a:gd name="adj4" fmla="val 2253939"/>
            <a:gd name="adj5" fmla="val 6069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DD418B6-C817-4A0B-905A-6358F98757F2}">
      <dsp:nvSpPr>
        <dsp:cNvPr id="0" name=""/>
        <dsp:cNvSpPr/>
      </dsp:nvSpPr>
      <dsp:spPr>
        <a:xfrm>
          <a:off x="3271559" y="3592606"/>
          <a:ext cx="1182627" cy="1182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3. Sobrecostos y Retrasos</a:t>
          </a:r>
        </a:p>
      </dsp:txBody>
      <dsp:txXfrm>
        <a:off x="3271559" y="3592606"/>
        <a:ext cx="1182627" cy="1182627"/>
      </dsp:txXfrm>
    </dsp:sp>
    <dsp:sp modelId="{1C30D60D-8F0A-44FC-99D0-64824C0A4056}">
      <dsp:nvSpPr>
        <dsp:cNvPr id="0" name=""/>
        <dsp:cNvSpPr/>
      </dsp:nvSpPr>
      <dsp:spPr>
        <a:xfrm>
          <a:off x="1646278" y="560"/>
          <a:ext cx="4433190" cy="4433190"/>
        </a:xfrm>
        <a:prstGeom prst="circularArrow">
          <a:avLst>
            <a:gd name="adj1" fmla="val 5202"/>
            <a:gd name="adj2" fmla="val 336044"/>
            <a:gd name="adj3" fmla="val 8210018"/>
            <a:gd name="adj4" fmla="val 6449810"/>
            <a:gd name="adj5" fmla="val 6069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0E8E280-19CF-4867-92A3-0A85BADDB618}">
      <dsp:nvSpPr>
        <dsp:cNvPr id="0" name=""/>
        <dsp:cNvSpPr/>
      </dsp:nvSpPr>
      <dsp:spPr>
        <a:xfrm>
          <a:off x="1401054" y="2233605"/>
          <a:ext cx="1182627" cy="1182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4. Insatisfacción del usuario final</a:t>
          </a:r>
        </a:p>
      </dsp:txBody>
      <dsp:txXfrm>
        <a:off x="1401054" y="2233605"/>
        <a:ext cx="1182627" cy="1182627"/>
      </dsp:txXfrm>
    </dsp:sp>
    <dsp:sp modelId="{E0A1D0C0-EF7D-4879-A78A-4C6E476A0FA5}">
      <dsp:nvSpPr>
        <dsp:cNvPr id="0" name=""/>
        <dsp:cNvSpPr/>
      </dsp:nvSpPr>
      <dsp:spPr>
        <a:xfrm>
          <a:off x="1646278" y="560"/>
          <a:ext cx="4433190" cy="4433190"/>
        </a:xfrm>
        <a:prstGeom prst="circularArrow">
          <a:avLst>
            <a:gd name="adj1" fmla="val 5202"/>
            <a:gd name="adj2" fmla="val 336044"/>
            <a:gd name="adj3" fmla="val 12297251"/>
            <a:gd name="adj4" fmla="val 10771246"/>
            <a:gd name="adj5" fmla="val 6069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5F727B-AAA3-4B9E-A10B-747FB5BA5DB6}">
      <dsp:nvSpPr>
        <dsp:cNvPr id="0" name=""/>
        <dsp:cNvSpPr/>
      </dsp:nvSpPr>
      <dsp:spPr>
        <a:xfrm>
          <a:off x="2115523" y="34695"/>
          <a:ext cx="1182627" cy="1182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5. Conflictos en el equipo</a:t>
          </a:r>
        </a:p>
      </dsp:txBody>
      <dsp:txXfrm>
        <a:off x="2115523" y="34695"/>
        <a:ext cx="1182627" cy="1182627"/>
      </dsp:txXfrm>
    </dsp:sp>
    <dsp:sp modelId="{DF822E55-0C81-43D4-9EB5-392D547B8809}">
      <dsp:nvSpPr>
        <dsp:cNvPr id="0" name=""/>
        <dsp:cNvSpPr/>
      </dsp:nvSpPr>
      <dsp:spPr>
        <a:xfrm>
          <a:off x="1646278" y="560"/>
          <a:ext cx="4433190" cy="4433190"/>
        </a:xfrm>
        <a:prstGeom prst="circularArrow">
          <a:avLst>
            <a:gd name="adj1" fmla="val 5202"/>
            <a:gd name="adj2" fmla="val 336044"/>
            <a:gd name="adj3" fmla="val 16865137"/>
            <a:gd name="adj4" fmla="val 15198819"/>
            <a:gd name="adj5" fmla="val 6069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2A8C5-6D0D-46E4-B040-AB0889C81306}">
      <dsp:nvSpPr>
        <dsp:cNvPr id="0" name=""/>
        <dsp:cNvSpPr/>
      </dsp:nvSpPr>
      <dsp:spPr>
        <a:xfrm rot="16200000">
          <a:off x="-1169753" y="1169753"/>
          <a:ext cx="4384761" cy="2045253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1800" b="1" kern="1200" dirty="0">
              <a:solidFill>
                <a:schemeClr val="bg1"/>
              </a:solidFill>
            </a:rPr>
            <a:t>Deslizamiento del alcance (</a:t>
          </a:r>
          <a:r>
            <a:rPr lang="es-MX" sz="1800" b="1" i="1" kern="1200" dirty="0" err="1">
              <a:solidFill>
                <a:schemeClr val="bg1"/>
              </a:solidFill>
            </a:rPr>
            <a:t>Scope</a:t>
          </a:r>
          <a:r>
            <a:rPr lang="es-MX" sz="1800" b="1" i="1" kern="1200" dirty="0">
              <a:solidFill>
                <a:schemeClr val="bg1"/>
              </a:solidFill>
            </a:rPr>
            <a:t> </a:t>
          </a:r>
          <a:r>
            <a:rPr lang="es-MX" sz="1800" b="1" i="1" kern="1200" dirty="0" err="1">
              <a:solidFill>
                <a:schemeClr val="bg1"/>
              </a:solidFill>
            </a:rPr>
            <a:t>Creep</a:t>
          </a:r>
          <a:r>
            <a:rPr lang="es-MX" sz="1800" b="1" kern="1200" dirty="0">
              <a:solidFill>
                <a:schemeClr val="bg1"/>
              </a:solidFill>
            </a:rPr>
            <a:t>):</a:t>
          </a:r>
          <a:r>
            <a:rPr lang="es-MX" sz="1800" b="1" kern="1200" dirty="0"/>
            <a:t>Cambios constantes y no planificados en las funcionalidades del sistema a mitad del desarrollo.</a:t>
          </a:r>
          <a:endParaRPr lang="es-MX" sz="1800" kern="1200" dirty="0"/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800" kern="1200" dirty="0"/>
        </a:p>
        <a:p>
          <a:pPr marL="17145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800" kern="1200" dirty="0"/>
        </a:p>
      </dsp:txBody>
      <dsp:txXfrm rot="5400000">
        <a:off x="1" y="876951"/>
        <a:ext cx="2045253" cy="2630857"/>
      </dsp:txXfrm>
    </dsp:sp>
    <dsp:sp modelId="{66F6EC73-77DA-427D-9104-40B67F93D3A7}">
      <dsp:nvSpPr>
        <dsp:cNvPr id="0" name=""/>
        <dsp:cNvSpPr/>
      </dsp:nvSpPr>
      <dsp:spPr>
        <a:xfrm rot="16200000">
          <a:off x="1034722" y="1169753"/>
          <a:ext cx="4384761" cy="2045253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745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solidFill>
                <a:schemeClr val="bg1"/>
              </a:solidFill>
            </a:rPr>
            <a:t>Alto índice de retrabajo: </a:t>
          </a:r>
          <a:r>
            <a:rPr lang="es-MX" sz="1800" kern="1200" dirty="0"/>
            <a:t>Los desarrolladores tienen que rehacer código frecuentemente porque "no era exactamente eso lo que el cliente quería".</a:t>
          </a:r>
        </a:p>
      </dsp:txBody>
      <dsp:txXfrm rot="5400000">
        <a:off x="2204476" y="876951"/>
        <a:ext cx="2045253" cy="2630857"/>
      </dsp:txXfrm>
    </dsp:sp>
    <dsp:sp modelId="{2F00B683-2723-471A-9991-E40BF2F5E27C}">
      <dsp:nvSpPr>
        <dsp:cNvPr id="0" name=""/>
        <dsp:cNvSpPr/>
      </dsp:nvSpPr>
      <dsp:spPr>
        <a:xfrm rot="16200000">
          <a:off x="3233370" y="1169753"/>
          <a:ext cx="4384761" cy="2045253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745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s-MX" sz="1800" b="1" kern="1200" dirty="0">
              <a:solidFill>
                <a:schemeClr val="bg1"/>
              </a:solidFill>
            </a:rPr>
            <a:t>Sobrecostos y retrasos:</a:t>
          </a:r>
          <a:r>
            <a:rPr lang="es-MX" sz="1800" kern="1200" dirty="0">
              <a:solidFill>
                <a:schemeClr val="bg1"/>
              </a:solidFill>
            </a:rPr>
            <a:t> </a:t>
          </a:r>
          <a:r>
            <a:rPr lang="es-MX" sz="1800" kern="1200" dirty="0"/>
            <a:t>El presupuesto se agota y los plazos se incumplen repetidamente debido a estimaciones basadas en requisitos vagos.</a:t>
          </a:r>
        </a:p>
      </dsp:txBody>
      <dsp:txXfrm rot="5400000">
        <a:off x="4403124" y="876951"/>
        <a:ext cx="2045253" cy="2630857"/>
      </dsp:txXfrm>
    </dsp:sp>
    <dsp:sp modelId="{FB58E1A2-2457-48C5-B721-4E9626A19474}">
      <dsp:nvSpPr>
        <dsp:cNvPr id="0" name=""/>
        <dsp:cNvSpPr/>
      </dsp:nvSpPr>
      <dsp:spPr>
        <a:xfrm rot="16200000">
          <a:off x="5432018" y="1169753"/>
          <a:ext cx="4384761" cy="2045253"/>
        </a:xfrm>
        <a:prstGeom prst="flowChartManualOperati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745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Insatisfacción del usuario final:</a:t>
          </a:r>
          <a:r>
            <a:rPr lang="es-MX" sz="1800" kern="1200" dirty="0"/>
            <a:t> El producto se entrega a tiempo, pero nadie lo usa porque no resuelve el problema real del negocio.</a:t>
          </a:r>
        </a:p>
      </dsp:txBody>
      <dsp:txXfrm rot="5400000">
        <a:off x="6601772" y="876951"/>
        <a:ext cx="2045253" cy="2630857"/>
      </dsp:txXfrm>
    </dsp:sp>
    <dsp:sp modelId="{CDA29082-4305-4228-BD17-396A4C686208}">
      <dsp:nvSpPr>
        <dsp:cNvPr id="0" name=""/>
        <dsp:cNvSpPr/>
      </dsp:nvSpPr>
      <dsp:spPr>
        <a:xfrm rot="16200000">
          <a:off x="7630666" y="1169753"/>
          <a:ext cx="4384761" cy="204525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745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s-MX" sz="1800" b="1" kern="1200"/>
            <a:t>Conflictos en el equipo:</a:t>
          </a:r>
          <a:r>
            <a:rPr lang="es-MX" sz="1800" kern="1200"/>
            <a:t> Frustración entre desarrolladores,</a:t>
          </a:r>
        </a:p>
      </dsp:txBody>
      <dsp:txXfrm rot="5400000">
        <a:off x="8800420" y="876951"/>
        <a:ext cx="2045253" cy="26308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BFEA5-EEFA-46B5-BF0F-F639EA5C1EBF}">
      <dsp:nvSpPr>
        <dsp:cNvPr id="0" name=""/>
        <dsp:cNvSpPr/>
      </dsp:nvSpPr>
      <dsp:spPr>
        <a:xfrm>
          <a:off x="4454980" y="106522"/>
          <a:ext cx="1690007" cy="1690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i="1" kern="1200" dirty="0"/>
            <a:t>1. </a:t>
          </a:r>
          <a:r>
            <a:rPr lang="es-MX" sz="2200" kern="1200" dirty="0"/>
            <a:t>Asunciones no validadas</a:t>
          </a:r>
        </a:p>
      </dsp:txBody>
      <dsp:txXfrm>
        <a:off x="4454980" y="106522"/>
        <a:ext cx="1690007" cy="1690007"/>
      </dsp:txXfrm>
    </dsp:sp>
    <dsp:sp modelId="{D12EB265-4A27-4F52-8D22-0592C41DC10F}">
      <dsp:nvSpPr>
        <dsp:cNvPr id="0" name=""/>
        <dsp:cNvSpPr/>
      </dsp:nvSpPr>
      <dsp:spPr>
        <a:xfrm>
          <a:off x="1473478" y="-758"/>
          <a:ext cx="4778789" cy="4778789"/>
        </a:xfrm>
        <a:prstGeom prst="circularArrow">
          <a:avLst>
            <a:gd name="adj1" fmla="val 6896"/>
            <a:gd name="adj2" fmla="val 464881"/>
            <a:gd name="adj3" fmla="val 551398"/>
            <a:gd name="adj4" fmla="val 20583721"/>
            <a:gd name="adj5" fmla="val 804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073F9DE-F731-44DB-A272-0CCFF52A3DA6}">
      <dsp:nvSpPr>
        <dsp:cNvPr id="0" name=""/>
        <dsp:cNvSpPr/>
      </dsp:nvSpPr>
      <dsp:spPr>
        <a:xfrm>
          <a:off x="4454980" y="2980743"/>
          <a:ext cx="1690007" cy="1690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2. Participación deficiente del cliente</a:t>
          </a:r>
        </a:p>
      </dsp:txBody>
      <dsp:txXfrm>
        <a:off x="4454980" y="2980743"/>
        <a:ext cx="1690007" cy="1690007"/>
      </dsp:txXfrm>
    </dsp:sp>
    <dsp:sp modelId="{ED581706-FFEB-431A-B189-F5F97FF934E9}">
      <dsp:nvSpPr>
        <dsp:cNvPr id="0" name=""/>
        <dsp:cNvSpPr/>
      </dsp:nvSpPr>
      <dsp:spPr>
        <a:xfrm>
          <a:off x="1473478" y="-758"/>
          <a:ext cx="4778789" cy="4778789"/>
        </a:xfrm>
        <a:prstGeom prst="circularArrow">
          <a:avLst>
            <a:gd name="adj1" fmla="val 6896"/>
            <a:gd name="adj2" fmla="val 464881"/>
            <a:gd name="adj3" fmla="val 5951398"/>
            <a:gd name="adj4" fmla="val 4383721"/>
            <a:gd name="adj5" fmla="val 804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DD418B6-C817-4A0B-905A-6358F98757F2}">
      <dsp:nvSpPr>
        <dsp:cNvPr id="0" name=""/>
        <dsp:cNvSpPr/>
      </dsp:nvSpPr>
      <dsp:spPr>
        <a:xfrm>
          <a:off x="1580759" y="2980743"/>
          <a:ext cx="1690007" cy="1690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3. Requisitos ambiguos y no medibles</a:t>
          </a:r>
        </a:p>
      </dsp:txBody>
      <dsp:txXfrm>
        <a:off x="1580759" y="2980743"/>
        <a:ext cx="1690007" cy="1690007"/>
      </dsp:txXfrm>
    </dsp:sp>
    <dsp:sp modelId="{1C30D60D-8F0A-44FC-99D0-64824C0A4056}">
      <dsp:nvSpPr>
        <dsp:cNvPr id="0" name=""/>
        <dsp:cNvSpPr/>
      </dsp:nvSpPr>
      <dsp:spPr>
        <a:xfrm>
          <a:off x="1473478" y="-758"/>
          <a:ext cx="4778789" cy="4778789"/>
        </a:xfrm>
        <a:prstGeom prst="circularArrow">
          <a:avLst>
            <a:gd name="adj1" fmla="val 6896"/>
            <a:gd name="adj2" fmla="val 464881"/>
            <a:gd name="adj3" fmla="val 11351398"/>
            <a:gd name="adj4" fmla="val 9783721"/>
            <a:gd name="adj5" fmla="val 804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0E8E280-19CF-4867-92A3-0A85BADDB618}">
      <dsp:nvSpPr>
        <dsp:cNvPr id="0" name=""/>
        <dsp:cNvSpPr/>
      </dsp:nvSpPr>
      <dsp:spPr>
        <a:xfrm>
          <a:off x="1580759" y="106522"/>
          <a:ext cx="1690007" cy="1690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4. Mala gestión de cambios</a:t>
          </a:r>
        </a:p>
      </dsp:txBody>
      <dsp:txXfrm>
        <a:off x="1580759" y="106522"/>
        <a:ext cx="1690007" cy="1690007"/>
      </dsp:txXfrm>
    </dsp:sp>
    <dsp:sp modelId="{E0A1D0C0-EF7D-4879-A78A-4C6E476A0FA5}">
      <dsp:nvSpPr>
        <dsp:cNvPr id="0" name=""/>
        <dsp:cNvSpPr/>
      </dsp:nvSpPr>
      <dsp:spPr>
        <a:xfrm>
          <a:off x="1473478" y="-758"/>
          <a:ext cx="4778789" cy="4778789"/>
        </a:xfrm>
        <a:prstGeom prst="circularArrow">
          <a:avLst>
            <a:gd name="adj1" fmla="val 6896"/>
            <a:gd name="adj2" fmla="val 464881"/>
            <a:gd name="adj3" fmla="val 16751398"/>
            <a:gd name="adj4" fmla="val 15183721"/>
            <a:gd name="adj5" fmla="val 804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2A8C5-6D0D-46E4-B040-AB0889C81306}">
      <dsp:nvSpPr>
        <dsp:cNvPr id="0" name=""/>
        <dsp:cNvSpPr/>
      </dsp:nvSpPr>
      <dsp:spPr>
        <a:xfrm rot="16200000">
          <a:off x="-908798" y="908798"/>
          <a:ext cx="4384761" cy="2567164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1800" kern="1200" dirty="0"/>
            <a:t>Asunciones no validadas: Dar por sentado cómo funciona un proceso sin preguntarle directamente al usuario final</a:t>
          </a:r>
        </a:p>
        <a:p>
          <a:pPr marL="17145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800" kern="1200" dirty="0"/>
        </a:p>
      </dsp:txBody>
      <dsp:txXfrm rot="5400000">
        <a:off x="0" y="876952"/>
        <a:ext cx="2567164" cy="2630857"/>
      </dsp:txXfrm>
    </dsp:sp>
    <dsp:sp modelId="{66F6EC73-77DA-427D-9104-40B67F93D3A7}">
      <dsp:nvSpPr>
        <dsp:cNvPr id="0" name=""/>
        <dsp:cNvSpPr/>
      </dsp:nvSpPr>
      <dsp:spPr>
        <a:xfrm rot="16200000">
          <a:off x="1853519" y="908798"/>
          <a:ext cx="4384761" cy="2567164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2442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Participación deficiente del cliente: Usuarios que no tienen tiempo para las reuniones de definición o delegar esta tarea a personas que no conocen la operación diaria.</a:t>
          </a:r>
        </a:p>
      </dsp:txBody>
      <dsp:txXfrm rot="5400000">
        <a:off x="2762317" y="876952"/>
        <a:ext cx="2567164" cy="2630857"/>
      </dsp:txXfrm>
    </dsp:sp>
    <dsp:sp modelId="{2F00B683-2723-471A-9991-E40BF2F5E27C}">
      <dsp:nvSpPr>
        <dsp:cNvPr id="0" name=""/>
        <dsp:cNvSpPr/>
      </dsp:nvSpPr>
      <dsp:spPr>
        <a:xfrm rot="16200000">
          <a:off x="4613221" y="908798"/>
          <a:ext cx="4384761" cy="2567164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2442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s-MX" sz="1900" kern="1200" dirty="0"/>
            <a:t>Requisitos ambiguos y no medibles: Usar términos como "rápido", "fácil de usar" o "robusto" sin definir métricas exactas.</a:t>
          </a:r>
        </a:p>
      </dsp:txBody>
      <dsp:txXfrm rot="5400000">
        <a:off x="5522019" y="876952"/>
        <a:ext cx="2567164" cy="2630857"/>
      </dsp:txXfrm>
    </dsp:sp>
    <dsp:sp modelId="{FB58E1A2-2457-48C5-B721-4E9626A19474}">
      <dsp:nvSpPr>
        <dsp:cNvPr id="0" name=""/>
        <dsp:cNvSpPr/>
      </dsp:nvSpPr>
      <dsp:spPr>
        <a:xfrm rot="16200000">
          <a:off x="7372923" y="908798"/>
          <a:ext cx="4384761" cy="2567164"/>
        </a:xfrm>
        <a:prstGeom prst="flowChartManualOperati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2442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Mala gestión de cambios: No tener un proceso formal para evaluar el impacto de los nuevos requisitos solicitados.</a:t>
          </a:r>
        </a:p>
      </dsp:txBody>
      <dsp:txXfrm rot="5400000">
        <a:off x="8281721" y="876952"/>
        <a:ext cx="2567164" cy="26308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1E37B-0FD2-47A2-B519-90E964343139}">
      <dsp:nvSpPr>
        <dsp:cNvPr id="0" name=""/>
        <dsp:cNvSpPr/>
      </dsp:nvSpPr>
      <dsp:spPr>
        <a:xfrm>
          <a:off x="1369496" y="2192"/>
          <a:ext cx="5000625" cy="454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Actividades sugeridas:</a:t>
          </a:r>
        </a:p>
      </dsp:txBody>
      <dsp:txXfrm>
        <a:off x="1369496" y="2192"/>
        <a:ext cx="5000625" cy="454602"/>
      </dsp:txXfrm>
    </dsp:sp>
    <dsp:sp modelId="{49DB0F70-C497-4EAE-9121-C41EF8D3EF25}">
      <dsp:nvSpPr>
        <dsp:cNvPr id="0" name=""/>
        <dsp:cNvSpPr/>
      </dsp:nvSpPr>
      <dsp:spPr>
        <a:xfrm>
          <a:off x="1369496" y="456794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5338E-105F-4A2F-904B-D8ECCC829D93}">
      <dsp:nvSpPr>
        <dsp:cNvPr id="0" name=""/>
        <dsp:cNvSpPr/>
      </dsp:nvSpPr>
      <dsp:spPr>
        <a:xfrm>
          <a:off x="2072362" y="456794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0B21C-B040-4282-A782-720853DE6CE0}">
      <dsp:nvSpPr>
        <dsp:cNvPr id="0" name=""/>
        <dsp:cNvSpPr/>
      </dsp:nvSpPr>
      <dsp:spPr>
        <a:xfrm>
          <a:off x="2775783" y="456794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6D718-8F24-4345-BD3D-6C088651C914}">
      <dsp:nvSpPr>
        <dsp:cNvPr id="0" name=""/>
        <dsp:cNvSpPr/>
      </dsp:nvSpPr>
      <dsp:spPr>
        <a:xfrm>
          <a:off x="3478649" y="456794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B9E90-8766-434D-AC4F-10B56EE55C52}">
      <dsp:nvSpPr>
        <dsp:cNvPr id="0" name=""/>
        <dsp:cNvSpPr/>
      </dsp:nvSpPr>
      <dsp:spPr>
        <a:xfrm>
          <a:off x="4182070" y="456794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B27A4-85D5-4AFD-9359-B04E09EB8D90}">
      <dsp:nvSpPr>
        <dsp:cNvPr id="0" name=""/>
        <dsp:cNvSpPr/>
      </dsp:nvSpPr>
      <dsp:spPr>
        <a:xfrm>
          <a:off x="4884935" y="456794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80096-0DBC-4A26-B01D-05BB3D4D87C2}">
      <dsp:nvSpPr>
        <dsp:cNvPr id="0" name=""/>
        <dsp:cNvSpPr/>
      </dsp:nvSpPr>
      <dsp:spPr>
        <a:xfrm>
          <a:off x="5588357" y="456794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4D7C4-6349-409C-8A1C-CB83509433FE}">
      <dsp:nvSpPr>
        <dsp:cNvPr id="0" name=""/>
        <dsp:cNvSpPr/>
      </dsp:nvSpPr>
      <dsp:spPr>
        <a:xfrm>
          <a:off x="1369496" y="549398"/>
          <a:ext cx="5065633" cy="7408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Elicitación (Extracción o Descubrimiento) -RECOPILAR</a:t>
          </a:r>
        </a:p>
      </dsp:txBody>
      <dsp:txXfrm>
        <a:off x="1369496" y="549398"/>
        <a:ext cx="5065633" cy="740833"/>
      </dsp:txXfrm>
    </dsp:sp>
    <dsp:sp modelId="{068698C3-B2F1-48E1-8AEA-9B006CBC91F6}">
      <dsp:nvSpPr>
        <dsp:cNvPr id="0" name=""/>
        <dsp:cNvSpPr/>
      </dsp:nvSpPr>
      <dsp:spPr>
        <a:xfrm>
          <a:off x="1369496" y="1441117"/>
          <a:ext cx="5000625" cy="454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Análisis y Negociación</a:t>
          </a:r>
        </a:p>
      </dsp:txBody>
      <dsp:txXfrm>
        <a:off x="1369496" y="1441117"/>
        <a:ext cx="5000625" cy="454602"/>
      </dsp:txXfrm>
    </dsp:sp>
    <dsp:sp modelId="{E26B1588-DE25-4524-AC73-CB66F559B3A0}">
      <dsp:nvSpPr>
        <dsp:cNvPr id="0" name=""/>
        <dsp:cNvSpPr/>
      </dsp:nvSpPr>
      <dsp:spPr>
        <a:xfrm>
          <a:off x="1369496" y="1895719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95813-9E76-464A-BA1A-AC72EFDAF9BE}">
      <dsp:nvSpPr>
        <dsp:cNvPr id="0" name=""/>
        <dsp:cNvSpPr/>
      </dsp:nvSpPr>
      <dsp:spPr>
        <a:xfrm>
          <a:off x="2072362" y="1895719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7DFF4-E7C2-447C-81A9-98C44FB8C12A}">
      <dsp:nvSpPr>
        <dsp:cNvPr id="0" name=""/>
        <dsp:cNvSpPr/>
      </dsp:nvSpPr>
      <dsp:spPr>
        <a:xfrm>
          <a:off x="2775783" y="1895719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D09CF-F0F5-40EC-98BD-DC7625FBE8B4}">
      <dsp:nvSpPr>
        <dsp:cNvPr id="0" name=""/>
        <dsp:cNvSpPr/>
      </dsp:nvSpPr>
      <dsp:spPr>
        <a:xfrm>
          <a:off x="3478649" y="1895719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94E8A-8A84-4351-94DA-9A90DEE02011}">
      <dsp:nvSpPr>
        <dsp:cNvPr id="0" name=""/>
        <dsp:cNvSpPr/>
      </dsp:nvSpPr>
      <dsp:spPr>
        <a:xfrm>
          <a:off x="4182070" y="1895719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777ED-B297-4638-BCAD-A8DC5D835AD1}">
      <dsp:nvSpPr>
        <dsp:cNvPr id="0" name=""/>
        <dsp:cNvSpPr/>
      </dsp:nvSpPr>
      <dsp:spPr>
        <a:xfrm>
          <a:off x="4884935" y="1895719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502ED-423D-49B2-9F7B-11A9E8BA8781}">
      <dsp:nvSpPr>
        <dsp:cNvPr id="0" name=""/>
        <dsp:cNvSpPr/>
      </dsp:nvSpPr>
      <dsp:spPr>
        <a:xfrm>
          <a:off x="5588357" y="1895719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8A509-61BD-4BF5-93C5-A092C883EB51}">
      <dsp:nvSpPr>
        <dsp:cNvPr id="0" name=""/>
        <dsp:cNvSpPr/>
      </dsp:nvSpPr>
      <dsp:spPr>
        <a:xfrm>
          <a:off x="1369496" y="1988323"/>
          <a:ext cx="5065633" cy="7408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Especificación</a:t>
          </a:r>
        </a:p>
      </dsp:txBody>
      <dsp:txXfrm>
        <a:off x="1369496" y="1988323"/>
        <a:ext cx="5065633" cy="740833"/>
      </dsp:txXfrm>
    </dsp:sp>
    <dsp:sp modelId="{22D7C58B-F6D1-4184-B4BF-52167AB81EE2}">
      <dsp:nvSpPr>
        <dsp:cNvPr id="0" name=""/>
        <dsp:cNvSpPr/>
      </dsp:nvSpPr>
      <dsp:spPr>
        <a:xfrm>
          <a:off x="1369496" y="2880043"/>
          <a:ext cx="5000625" cy="454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Validación</a:t>
          </a:r>
        </a:p>
      </dsp:txBody>
      <dsp:txXfrm>
        <a:off x="1369496" y="2880043"/>
        <a:ext cx="5000625" cy="454602"/>
      </dsp:txXfrm>
    </dsp:sp>
    <dsp:sp modelId="{BB98E7CB-997A-46F4-A7B7-7CCA2187012D}">
      <dsp:nvSpPr>
        <dsp:cNvPr id="0" name=""/>
        <dsp:cNvSpPr/>
      </dsp:nvSpPr>
      <dsp:spPr>
        <a:xfrm>
          <a:off x="1369496" y="3334645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4B46F-AD41-4B3D-8659-B4F47BC52E08}">
      <dsp:nvSpPr>
        <dsp:cNvPr id="0" name=""/>
        <dsp:cNvSpPr/>
      </dsp:nvSpPr>
      <dsp:spPr>
        <a:xfrm>
          <a:off x="2072362" y="3334645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C0A75-BBBE-4D1F-8B1C-856333D8C63A}">
      <dsp:nvSpPr>
        <dsp:cNvPr id="0" name=""/>
        <dsp:cNvSpPr/>
      </dsp:nvSpPr>
      <dsp:spPr>
        <a:xfrm>
          <a:off x="2775783" y="3334645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7CB4D-68AD-4A08-9EB1-206B4122EA19}">
      <dsp:nvSpPr>
        <dsp:cNvPr id="0" name=""/>
        <dsp:cNvSpPr/>
      </dsp:nvSpPr>
      <dsp:spPr>
        <a:xfrm>
          <a:off x="3478649" y="3334645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F8441-883D-4EFA-B4D2-7875AA6CD427}">
      <dsp:nvSpPr>
        <dsp:cNvPr id="0" name=""/>
        <dsp:cNvSpPr/>
      </dsp:nvSpPr>
      <dsp:spPr>
        <a:xfrm>
          <a:off x="4182070" y="3334645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252B8-B355-4BA0-8981-358298B5B584}">
      <dsp:nvSpPr>
        <dsp:cNvPr id="0" name=""/>
        <dsp:cNvSpPr/>
      </dsp:nvSpPr>
      <dsp:spPr>
        <a:xfrm>
          <a:off x="4884935" y="3334645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B5168-6C49-4A63-B476-7F09EEE35620}">
      <dsp:nvSpPr>
        <dsp:cNvPr id="0" name=""/>
        <dsp:cNvSpPr/>
      </dsp:nvSpPr>
      <dsp:spPr>
        <a:xfrm>
          <a:off x="5588357" y="3334645"/>
          <a:ext cx="1170146" cy="926041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DC7C4-4485-4AA6-9DB5-C8684109660B}">
      <dsp:nvSpPr>
        <dsp:cNvPr id="0" name=""/>
        <dsp:cNvSpPr/>
      </dsp:nvSpPr>
      <dsp:spPr>
        <a:xfrm>
          <a:off x="1369496" y="3427249"/>
          <a:ext cx="5065633" cy="7408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Gestión y Trazabilidad:</a:t>
          </a:r>
        </a:p>
      </dsp:txBody>
      <dsp:txXfrm>
        <a:off x="1369496" y="3427249"/>
        <a:ext cx="5065633" cy="7408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2A452-AFAE-4418-9B53-49A60C575467}">
      <dsp:nvSpPr>
        <dsp:cNvPr id="0" name=""/>
        <dsp:cNvSpPr/>
      </dsp:nvSpPr>
      <dsp:spPr>
        <a:xfrm>
          <a:off x="0" y="169333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2BCDC-59CB-42F1-B5E1-092C9566F003}">
      <dsp:nvSpPr>
        <dsp:cNvPr id="0" name=""/>
        <dsp:cNvSpPr/>
      </dsp:nvSpPr>
      <dsp:spPr>
        <a:xfrm>
          <a:off x="800607" y="3946821"/>
          <a:ext cx="186944" cy="1869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E526B-CA53-4C48-9A08-1D7D59885FD9}">
      <dsp:nvSpPr>
        <dsp:cNvPr id="0" name=""/>
        <dsp:cNvSpPr/>
      </dsp:nvSpPr>
      <dsp:spPr>
        <a:xfrm>
          <a:off x="894079" y="4040293"/>
          <a:ext cx="1064768" cy="1209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58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Entrevistas</a:t>
          </a:r>
        </a:p>
      </dsp:txBody>
      <dsp:txXfrm>
        <a:off x="894079" y="4040293"/>
        <a:ext cx="1064768" cy="1209040"/>
      </dsp:txXfrm>
    </dsp:sp>
    <dsp:sp modelId="{D9466049-BEA7-4F3D-90BD-1D855C4ACCBD}">
      <dsp:nvSpPr>
        <dsp:cNvPr id="0" name=""/>
        <dsp:cNvSpPr/>
      </dsp:nvSpPr>
      <dsp:spPr>
        <a:xfrm>
          <a:off x="1812543" y="2974509"/>
          <a:ext cx="292608" cy="2926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683C8-EAA5-4D54-A60D-CAA112F8DB26}">
      <dsp:nvSpPr>
        <dsp:cNvPr id="0" name=""/>
        <dsp:cNvSpPr/>
      </dsp:nvSpPr>
      <dsp:spPr>
        <a:xfrm>
          <a:off x="1958847" y="3120813"/>
          <a:ext cx="1349248" cy="2128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047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talleres</a:t>
          </a:r>
        </a:p>
      </dsp:txBody>
      <dsp:txXfrm>
        <a:off x="1958847" y="3120813"/>
        <a:ext cx="1349248" cy="2128519"/>
      </dsp:txXfrm>
    </dsp:sp>
    <dsp:sp modelId="{06CD5C84-86BF-415B-B213-15B9381BF4A8}">
      <dsp:nvSpPr>
        <dsp:cNvPr id="0" name=""/>
        <dsp:cNvSpPr/>
      </dsp:nvSpPr>
      <dsp:spPr>
        <a:xfrm>
          <a:off x="3113023" y="2199301"/>
          <a:ext cx="390144" cy="3901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CF281-6669-4732-BC13-96A45255CEB1}">
      <dsp:nvSpPr>
        <dsp:cNvPr id="0" name=""/>
        <dsp:cNvSpPr/>
      </dsp:nvSpPr>
      <dsp:spPr>
        <a:xfrm>
          <a:off x="3308095" y="2394373"/>
          <a:ext cx="1568704" cy="285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729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cuestionarios</a:t>
          </a:r>
        </a:p>
      </dsp:txBody>
      <dsp:txXfrm>
        <a:off x="3308095" y="2394373"/>
        <a:ext cx="1568704" cy="2854960"/>
      </dsp:txXfrm>
    </dsp:sp>
    <dsp:sp modelId="{1A6A69C8-C551-4F33-9F9F-2BA2DB6D6BD9}">
      <dsp:nvSpPr>
        <dsp:cNvPr id="0" name=""/>
        <dsp:cNvSpPr/>
      </dsp:nvSpPr>
      <dsp:spPr>
        <a:xfrm>
          <a:off x="4624832" y="1593765"/>
          <a:ext cx="503936" cy="5039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0B53A-F4CC-49B8-8903-2AA7AF584CAA}">
      <dsp:nvSpPr>
        <dsp:cNvPr id="0" name=""/>
        <dsp:cNvSpPr/>
      </dsp:nvSpPr>
      <dsp:spPr>
        <a:xfrm>
          <a:off x="4876800" y="1845733"/>
          <a:ext cx="1625600" cy="340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025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observación directa o </a:t>
          </a:r>
          <a:r>
            <a:rPr lang="es-MX" sz="1500" kern="1200" dirty="0" err="1"/>
            <a:t>shadowing</a:t>
          </a:r>
          <a:endParaRPr lang="es-MX" sz="1500" kern="1200" dirty="0"/>
        </a:p>
      </dsp:txBody>
      <dsp:txXfrm>
        <a:off x="4876800" y="1845733"/>
        <a:ext cx="1625600" cy="3403600"/>
      </dsp:txXfrm>
    </dsp:sp>
    <dsp:sp modelId="{4415739D-3B7D-41E0-BB90-DF8FAD25F6EB}">
      <dsp:nvSpPr>
        <dsp:cNvPr id="0" name=""/>
        <dsp:cNvSpPr/>
      </dsp:nvSpPr>
      <dsp:spPr>
        <a:xfrm>
          <a:off x="6181343" y="1189397"/>
          <a:ext cx="642112" cy="6421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76CC3-02F5-4678-B0AD-47C22BAD62CE}">
      <dsp:nvSpPr>
        <dsp:cNvPr id="0" name=""/>
        <dsp:cNvSpPr/>
      </dsp:nvSpPr>
      <dsp:spPr>
        <a:xfrm>
          <a:off x="6502399" y="1510453"/>
          <a:ext cx="1625600" cy="373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0242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análisis de documentos</a:t>
          </a:r>
        </a:p>
      </dsp:txBody>
      <dsp:txXfrm>
        <a:off x="6502399" y="1510453"/>
        <a:ext cx="1625600" cy="3738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156D5-046B-C23F-379C-F5B34B9F7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D8C876-B2C3-A0B1-34C3-559A9AC62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1E05A1-40B6-C777-99F4-5471A6B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57DB0-A329-9F0D-D521-057D7899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5ACFDC-5E5F-5319-F81A-A852902B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621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09E23-9E2A-2E30-5AF4-AF59F7BA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8FF673-F70F-267B-5064-70E304D80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3DB24C-44B2-BFDB-58A8-DF3DCFF7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9FEE65-EEA0-4027-4DCE-A207F7FF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D79EBE-3E83-4D82-F60D-2A58FF81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37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6D741-C6F4-44BF-5B5A-A0B83409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39ED80-2E44-0D94-9905-021228CCA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7EE85C-5806-7A9C-1E72-60027BB3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85781A-FE86-EEED-1D7C-5ECEABAF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98053E-BED0-62FE-C12E-2C42725B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202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9B20A-7785-5F6B-2C77-465F059C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523919-EFE6-D430-FB87-E90294F72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9A74F-98DD-6517-8116-B2818CD4C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FF04C4-E7A7-2F65-CF3C-150D4D0F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10FC4-07CD-D1FA-F024-3891D992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D2853F-1BD3-5A86-1440-D5A2C1A0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3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484D6-FA53-6653-B9D2-B63E8F507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F901AD-78E0-60B6-113B-58FA10F7A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F97EE8-0FCF-6060-0179-69DE233AA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DF8943-B20B-D82D-AED0-7431D57E4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682C5C-0D5F-1D01-AAB8-C13EBC891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8713344-2812-EE85-88D5-36398711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4EC1BD-6A7C-AEC1-ED8B-DD592986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10C2D4A-4812-5ECE-4F01-9E0D2D54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687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FBF5B-FF12-3AA3-3F35-E8AE5F60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F5C90C-31E9-D934-FD88-45AA664E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8C01D5-8693-C26E-D862-3BB546E5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DEC514-CDAE-51E7-34DD-146DC7DC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513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CC07F7-FC8A-0C7D-4245-D8FF7B68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86D417-94C0-8538-0545-4A59EEFB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B84618-63D0-119B-AAEE-B7EF4F59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17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2702D-8C25-3466-F433-95C031A6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C71E4F-3F93-B4B2-C962-564D4681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5B43B3-BACC-4BD7-6D8C-EB98843BC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9A396C-CE80-5C63-FF17-0F2D090B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92EC77-2722-3CE1-2DDB-40E47C96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D2CD71-BA59-9990-B655-E094BB22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1519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615B9-D72C-781D-B8A8-78868F75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F66D3D-45D9-C4AE-2230-76E914DA7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156E6D-C311-0F65-C74A-3294277C3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DBB402-E810-540E-D4A2-8B176458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B125A4-89C0-7EA6-DA53-F03DA0C6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93AAF2-ECAD-2A41-792F-C702C1EB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012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56207-CAB4-01D3-4587-B262C81C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06A177-8823-1895-4A2A-81C491873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F3E75F-1DBE-A3DE-5CB5-1C145807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AC24D9-9A1D-2FAF-CFA9-8461B5ED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3CF6A8-4BF0-9A8C-E7DA-63A951CB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357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0F5BB8-5480-3F31-CB64-A340DC1D4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6F5D5A-2668-51DA-78B5-5C012ED64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9AC2F9-99FC-77A4-B153-BC87F3F8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B68408-32AA-E3E2-D884-42D94614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F4C7BE-7B22-315B-DEB6-26ACA659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575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0FF5C88-47C6-F4BA-145F-5F6A4539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123929-2E21-3938-19E2-1D303BC6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EF195-9F32-81EB-8185-5425C7124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ACDD8-23F0-4FDB-95EC-103B9609C985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0249A9-5611-CD67-3CA6-90F14CF8C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4EBB5F-500E-31A3-BDE5-A8F31CC55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794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TQt75IoWbU?feature=oembed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ci-hub.hlgczx.com/10.1016/j.ijpe.2003.10.004" TargetMode="External"/><Relationship Id="rId4" Type="http://schemas.openxmlformats.org/officeDocument/2006/relationships/hyperlink" Target="https://www.sciencedirect.com/science/article/abs/pii/S092552730300297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DCB0CF5-A13C-FB2E-AA08-4D57B93591F4}"/>
              </a:ext>
            </a:extLst>
          </p:cNvPr>
          <p:cNvSpPr txBox="1"/>
          <p:nvPr/>
        </p:nvSpPr>
        <p:spPr>
          <a:xfrm>
            <a:off x="1707503" y="2545595"/>
            <a:ext cx="90506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i="0" u="none" strike="noStrike" baseline="0" dirty="0">
                <a:latin typeface="Arial" panose="020B0604020202020204" pitchFamily="34" charset="0"/>
              </a:rPr>
              <a:t>INGENIER</a:t>
            </a:r>
            <a:r>
              <a:rPr lang="es-MX" sz="3200" b="1" dirty="0">
                <a:latin typeface="Arial" panose="020B0604020202020204" pitchFamily="34" charset="0"/>
              </a:rPr>
              <a:t>ÍA DE</a:t>
            </a:r>
            <a:r>
              <a:rPr lang="es-MX" sz="3200" b="1" i="0" u="none" strike="noStrike" baseline="0" dirty="0">
                <a:latin typeface="Arial" panose="020B0604020202020204" pitchFamily="34" charset="0"/>
              </a:rPr>
              <a:t> REQUISITOS DE SOFTWARE</a:t>
            </a:r>
            <a:endParaRPr lang="es-MX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D6C01F-0406-DA9B-5D04-66F0EFC2A565}"/>
              </a:ext>
            </a:extLst>
          </p:cNvPr>
          <p:cNvSpPr txBox="1"/>
          <p:nvPr/>
        </p:nvSpPr>
        <p:spPr>
          <a:xfrm>
            <a:off x="1707503" y="4312405"/>
            <a:ext cx="9227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800" b="1" i="0" u="none" strike="noStrike" baseline="0" dirty="0">
                <a:latin typeface="Arial" panose="020B0604020202020204" pitchFamily="34" charset="0"/>
              </a:rPr>
              <a:t>Objetivo de la asignatura: </a:t>
            </a:r>
          </a:p>
          <a:p>
            <a:pPr algn="l"/>
            <a:endParaRPr lang="es-MX" sz="1800" b="1" i="0" u="none" strike="noStrike" baseline="0" dirty="0">
              <a:latin typeface="Arial" panose="020B0604020202020204" pitchFamily="34" charset="0"/>
            </a:endParaRPr>
          </a:p>
          <a:p>
            <a:pPr algn="l"/>
            <a:r>
              <a:rPr lang="es-MX" sz="1800" b="0" i="0" u="none" strike="noStrike" baseline="0" dirty="0">
                <a:latin typeface="Arial" panose="020B0604020202020204" pitchFamily="34" charset="0"/>
              </a:rPr>
              <a:t>Adquirir los conceptos y describir las actividades esenciales para garantizar el éxito en la elaboración de sistemas software con cierto grado de complejidad.</a:t>
            </a:r>
            <a:endParaRPr lang="es-MX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DF1C5AD-CD0B-6D68-9EF8-A6E8D182F8E4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BEBE19-B7F3-1456-3C8D-E32E932AB0A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6E30ED-5DC6-57B2-60DF-C6EC1C5EE435}"/>
              </a:ext>
            </a:extLst>
          </p:cNvPr>
          <p:cNvSpPr txBox="1"/>
          <p:nvPr/>
        </p:nvSpPr>
        <p:spPr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</a:rPr>
              <a:t>Arias Martínez Darwin René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123183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7ACF455-CD63-54C5-E277-36835ABCBE38}"/>
              </a:ext>
            </a:extLst>
          </p:cNvPr>
          <p:cNvSpPr txBox="1"/>
          <p:nvPr/>
        </p:nvSpPr>
        <p:spPr>
          <a:xfrm>
            <a:off x="977382" y="223662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0" u="none" strike="noStrike" baseline="0" dirty="0">
                <a:latin typeface="Arial" panose="020B0604020202020204" pitchFamily="34" charset="0"/>
              </a:rPr>
              <a:t>INTRODUCCIÓN Y FUNDAMENTOS</a:t>
            </a: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BBBD337-DA31-917B-4B60-E8B132D0BDF3}"/>
              </a:ext>
            </a:extLst>
          </p:cNvPr>
          <p:cNvSpPr txBox="1"/>
          <p:nvPr/>
        </p:nvSpPr>
        <p:spPr>
          <a:xfrm>
            <a:off x="2750199" y="332830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0" i="0" u="none" strike="noStrike" baseline="0" dirty="0">
                <a:latin typeface="Arial" panose="020B0604020202020204" pitchFamily="34" charset="0"/>
              </a:rPr>
              <a:t>1. Síntomas y motivos de una IR inadecuada</a:t>
            </a:r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7B89510-DA92-6BEA-586A-22B386CE5E85}"/>
              </a:ext>
            </a:extLst>
          </p:cNvPr>
          <p:cNvSpPr txBox="1"/>
          <p:nvPr/>
        </p:nvSpPr>
        <p:spPr>
          <a:xfrm>
            <a:off x="2750199" y="384556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0" i="0" u="none" strike="noStrike" baseline="0" dirty="0">
                <a:latin typeface="Arial" panose="020B0604020202020204" pitchFamily="34" charset="0"/>
              </a:rPr>
              <a:t>2. Actividades principales de la IR</a:t>
            </a:r>
            <a:endParaRPr lang="es-MX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EF9FE2-1E3E-C51B-CCC5-3A46C83338F2}"/>
              </a:ext>
            </a:extLst>
          </p:cNvPr>
          <p:cNvSpPr txBox="1"/>
          <p:nvPr/>
        </p:nvSpPr>
        <p:spPr>
          <a:xfrm>
            <a:off x="2750199" y="441999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</a:rPr>
              <a:t>3</a:t>
            </a:r>
            <a:r>
              <a:rPr lang="es-MX" sz="1800" b="0" i="0" u="none" strike="noStrike" baseline="0" dirty="0">
                <a:latin typeface="Arial" panose="020B0604020202020204" pitchFamily="34" charset="0"/>
              </a:rPr>
              <a:t>. La comunicación en la IR</a:t>
            </a:r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9C9605-28E4-EF6F-A4F7-82A009819510}"/>
              </a:ext>
            </a:extLst>
          </p:cNvPr>
          <p:cNvSpPr txBox="1"/>
          <p:nvPr/>
        </p:nvSpPr>
        <p:spPr>
          <a:xfrm>
            <a:off x="1040072" y="2868972"/>
            <a:ext cx="1562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</a:rPr>
              <a:t>AGENDA</a:t>
            </a:r>
            <a:endParaRPr lang="es-MX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127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D7761E2-1816-EF01-D9B8-743759C492E7}"/>
              </a:ext>
            </a:extLst>
          </p:cNvPr>
          <p:cNvSpPr txBox="1"/>
          <p:nvPr/>
        </p:nvSpPr>
        <p:spPr>
          <a:xfrm>
            <a:off x="837423" y="19484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0" i="0" u="none" strike="noStrike" baseline="0" dirty="0">
                <a:latin typeface="Arial" panose="020B0604020202020204" pitchFamily="34" charset="0"/>
              </a:rPr>
              <a:t>1. Síntomas y motivos de una IR inadecuada</a:t>
            </a:r>
            <a:endParaRPr lang="es-MX" dirty="0"/>
          </a:p>
        </p:txBody>
      </p:sp>
      <p:pic>
        <p:nvPicPr>
          <p:cNvPr id="3" name="Elementos multimedia en línea 2" title="#52 #MitoVlog - ¿Por qué fracasa un proyecto de software?">
            <a:hlinkClick r:id="" action="ppaction://media"/>
            <a:extLst>
              <a:ext uri="{FF2B5EF4-FFF2-40B4-BE49-F238E27FC236}">
                <a16:creationId xmlns:a16="http://schemas.microsoft.com/office/drawing/2014/main" id="{5325496C-ED69-AD42-D948-84FAB57130D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54362" y="2412939"/>
            <a:ext cx="6032458" cy="3405674"/>
          </a:xfrm>
          <a:prstGeom prst="rect">
            <a:avLst/>
          </a:prstGeom>
        </p:spPr>
      </p:pic>
      <p:pic>
        <p:nvPicPr>
          <p:cNvPr id="5" name="Picture 2" descr="ESPE">
            <a:extLst>
              <a:ext uri="{FF2B5EF4-FFF2-40B4-BE49-F238E27FC236}">
                <a16:creationId xmlns:a16="http://schemas.microsoft.com/office/drawing/2014/main" id="{36648D00-B01C-E028-E8B2-73562400D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6D1B1EF-701E-B96E-7FB8-8199DB057F9F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6DBE18-BD9F-E717-F163-BD9470F82A30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1EBACF-6203-7E69-7E9E-95DA6A49A40A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280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7ACF455-CD63-54C5-E277-36835ABCBE38}"/>
              </a:ext>
            </a:extLst>
          </p:cNvPr>
          <p:cNvSpPr txBox="1"/>
          <p:nvPr/>
        </p:nvSpPr>
        <p:spPr>
          <a:xfrm>
            <a:off x="3972509" y="2171313"/>
            <a:ext cx="155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0" u="none" strike="noStrike" baseline="0" dirty="0">
                <a:latin typeface="Arial" panose="020B0604020202020204" pitchFamily="34" charset="0"/>
              </a:rPr>
              <a:t>COSTOS</a:t>
            </a:r>
            <a:endParaRPr lang="es-MX" dirty="0"/>
          </a:p>
        </p:txBody>
      </p:sp>
      <p:pic>
        <p:nvPicPr>
          <p:cNvPr id="1028" name="Picture 4" descr="Análisis de costos - Iconos gratis de negocio">
            <a:extLst>
              <a:ext uri="{FF2B5EF4-FFF2-40B4-BE49-F238E27FC236}">
                <a16:creationId xmlns:a16="http://schemas.microsoft.com/office/drawing/2014/main" id="{D8B4D775-3570-6DB8-37F4-0AAAA53C4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766" y="1604282"/>
            <a:ext cx="13144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ágina 31 | Imágenes de Rendimiento de las personas - Descarga gratuita en  Freepik">
            <a:extLst>
              <a:ext uri="{FF2B5EF4-FFF2-40B4-BE49-F238E27FC236}">
                <a16:creationId xmlns:a16="http://schemas.microsoft.com/office/drawing/2014/main" id="{1A99390F-7FFF-AD37-6E79-04604A551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113" y="4861053"/>
            <a:ext cx="1511755" cy="151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ágenes de Tiempo - Descarga gratuita en Freepik">
            <a:extLst>
              <a:ext uri="{FF2B5EF4-FFF2-40B4-BE49-F238E27FC236}">
                <a16:creationId xmlns:a16="http://schemas.microsoft.com/office/drawing/2014/main" id="{65E3C79C-BD1B-5F27-B9BF-029BC2F84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834" y="2856622"/>
            <a:ext cx="1970314" cy="197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7D24E62-06F5-90CB-2533-E8CCD18D39F9}"/>
              </a:ext>
            </a:extLst>
          </p:cNvPr>
          <p:cNvSpPr txBox="1"/>
          <p:nvPr/>
        </p:nvSpPr>
        <p:spPr>
          <a:xfrm>
            <a:off x="4056485" y="3524789"/>
            <a:ext cx="155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0" u="none" strike="noStrike" baseline="0" dirty="0">
                <a:latin typeface="Arial" panose="020B0604020202020204" pitchFamily="34" charset="0"/>
              </a:rPr>
              <a:t>TIEMPO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E58309-9659-1112-6C91-B79789C07DEB}"/>
              </a:ext>
            </a:extLst>
          </p:cNvPr>
          <p:cNvSpPr txBox="1"/>
          <p:nvPr/>
        </p:nvSpPr>
        <p:spPr>
          <a:xfrm>
            <a:off x="4056485" y="5247598"/>
            <a:ext cx="155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0" u="none" strike="noStrike" baseline="0" dirty="0">
                <a:latin typeface="Arial" panose="020B0604020202020204" pitchFamily="34" charset="0"/>
              </a:rPr>
              <a:t>ALCANCE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7C07682-033A-8BA7-CE66-D7E7F3F35A7C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0587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0D2CD3E-2347-69F9-ED9F-C3412A9B4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478877"/>
              </p:ext>
            </p:extLst>
          </p:nvPr>
        </p:nvGraphicFramePr>
        <p:xfrm>
          <a:off x="2323321" y="1399592"/>
          <a:ext cx="7725747" cy="4777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66202E1-461A-0611-FD87-1162A45D3603}"/>
              </a:ext>
            </a:extLst>
          </p:cNvPr>
          <p:cNvSpPr txBox="1"/>
          <p:nvPr/>
        </p:nvSpPr>
        <p:spPr>
          <a:xfrm>
            <a:off x="5033086" y="3117230"/>
            <a:ext cx="2306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0" i="0" u="none" strike="noStrike" baseline="0" dirty="0">
                <a:latin typeface="Arial" panose="020B0604020202020204" pitchFamily="34" charset="0"/>
              </a:rPr>
              <a:t>Síntomas y motivos de una IR inadecuada</a:t>
            </a:r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D38394-E02A-C839-9A61-58C2631DB48F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6593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8A4B930-9462-2A16-1878-3D8A89B2B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882388"/>
              </p:ext>
            </p:extLst>
          </p:nvPr>
        </p:nvGraphicFramePr>
        <p:xfrm>
          <a:off x="671804" y="1753571"/>
          <a:ext cx="10851502" cy="4384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FF8012A-63E0-A5E5-E976-7A02B6A5C106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8215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0D2CD3E-2347-69F9-ED9F-C3412A9B4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859953"/>
              </p:ext>
            </p:extLst>
          </p:nvPr>
        </p:nvGraphicFramePr>
        <p:xfrm>
          <a:off x="2323321" y="1399592"/>
          <a:ext cx="7725747" cy="4777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66202E1-461A-0611-FD87-1162A45D3603}"/>
              </a:ext>
            </a:extLst>
          </p:cNvPr>
          <p:cNvSpPr txBox="1"/>
          <p:nvPr/>
        </p:nvSpPr>
        <p:spPr>
          <a:xfrm>
            <a:off x="5157106" y="3257189"/>
            <a:ext cx="2058175" cy="674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Motivos (Las causas raíz)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18B1EFF-6B39-16C5-DE45-75DC514F9D5B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21295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8A4B930-9462-2A16-1878-3D8A89B2B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876474"/>
              </p:ext>
            </p:extLst>
          </p:nvPr>
        </p:nvGraphicFramePr>
        <p:xfrm>
          <a:off x="671804" y="1753571"/>
          <a:ext cx="10851502" cy="4384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8DDE89B3-9041-1088-3230-5A527B866026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7680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074" name="Picture 2" descr="Actividad 1 ASIGNACIÓN DEL ÁREA RESPONSABLE DE LIDERAR LA RENDICIÓN DE  CUENTAS - Rendición de Cuentas - Función Pública">
            <a:extLst>
              <a:ext uri="{FF2B5EF4-FFF2-40B4-BE49-F238E27FC236}">
                <a16:creationId xmlns:a16="http://schemas.microsoft.com/office/drawing/2014/main" id="{09AF8EEF-578B-8DDC-804B-E6375BB9A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439" y="365255"/>
            <a:ext cx="21240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831BE1E-B841-CA29-DEC7-88B103200883}"/>
              </a:ext>
            </a:extLst>
          </p:cNvPr>
          <p:cNvSpPr txBox="1"/>
          <p:nvPr/>
        </p:nvSpPr>
        <p:spPr>
          <a:xfrm>
            <a:off x="1884783" y="2341984"/>
            <a:ext cx="80429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Leer el articulo: </a:t>
            </a:r>
            <a:r>
              <a:rPr lang="en-US" b="1" dirty="0"/>
              <a:t>ERP IMPLEMENTATION</a:t>
            </a:r>
          </a:p>
          <a:p>
            <a:r>
              <a:rPr lang="en-US" b="1" dirty="0"/>
              <a:t>Enterprise information systems project implementation:</a:t>
            </a:r>
          </a:p>
          <a:p>
            <a:r>
              <a:rPr lang="en-US" b="1" dirty="0"/>
              <a:t>A case study of ERP in Rolls-Royce (Yahaya </a:t>
            </a:r>
            <a:r>
              <a:rPr lang="en-US" b="1" dirty="0" err="1"/>
              <a:t>Yusufa</a:t>
            </a:r>
            <a:r>
              <a:rPr lang="en-US" b="1" dirty="0"/>
              <a:t>,*, A. </a:t>
            </a:r>
            <a:r>
              <a:rPr lang="en-US" b="1" dirty="0" err="1"/>
              <a:t>Gunasekaranb</a:t>
            </a:r>
            <a:r>
              <a:rPr lang="en-US" b="1" dirty="0"/>
              <a:t>, Mark S. </a:t>
            </a:r>
            <a:r>
              <a:rPr lang="en-US" b="1" dirty="0" err="1"/>
              <a:t>Abthorpe</a:t>
            </a:r>
            <a:r>
              <a:rPr lang="en-US" b="1" dirty="0"/>
              <a:t>)</a:t>
            </a:r>
          </a:p>
          <a:p>
            <a:endParaRPr lang="en-US" dirty="0"/>
          </a:p>
          <a:p>
            <a:r>
              <a:rPr lang="en-US" dirty="0"/>
              <a:t>Discharger deeds: </a:t>
            </a:r>
            <a:r>
              <a:rPr lang="en-US" dirty="0">
                <a:hlinkClick r:id="rId4"/>
              </a:rPr>
              <a:t>https://www.sciencedirect.com/science/article/abs/pii/S0925527303002974</a:t>
            </a:r>
            <a:endParaRPr lang="en-US" dirty="0"/>
          </a:p>
          <a:p>
            <a:endParaRPr lang="en-US" dirty="0"/>
          </a:p>
          <a:p>
            <a:r>
              <a:rPr lang="en-US" dirty="0"/>
              <a:t>SCI-HUB: </a:t>
            </a:r>
            <a:r>
              <a:rPr lang="en-US" dirty="0">
                <a:hlinkClick r:id="rId5"/>
              </a:rPr>
              <a:t>https://sci-hub.hlgczx.com/10.1016/j.ijpe.2003.10.004</a:t>
            </a:r>
            <a:endParaRPr lang="en-US" dirty="0"/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23230D-6863-A5E1-DFE8-7146C2E2DC70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7808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074" name="Picture 2" descr="Actividad 1 ASIGNACIÓN DEL ÁREA RESPONSABLE DE LIDERAR LA RENDICIÓN DE  CUENTAS - Rendición de Cuentas - Función Pública">
            <a:extLst>
              <a:ext uri="{FF2B5EF4-FFF2-40B4-BE49-F238E27FC236}">
                <a16:creationId xmlns:a16="http://schemas.microsoft.com/office/drawing/2014/main" id="{09AF8EEF-578B-8DDC-804B-E6375BB9A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439" y="365255"/>
            <a:ext cx="21240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831BE1E-B841-CA29-DEC7-88B103200883}"/>
              </a:ext>
            </a:extLst>
          </p:cNvPr>
          <p:cNvSpPr txBox="1"/>
          <p:nvPr/>
        </p:nvSpPr>
        <p:spPr>
          <a:xfrm>
            <a:off x="1147664" y="2334256"/>
            <a:ext cx="88640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baseline="0" dirty="0">
                <a:latin typeface="Arial" panose="020B0604020202020204" pitchFamily="34" charset="0"/>
              </a:rPr>
              <a:t>Analizar el articulo y responde las siguientes preguntas:</a:t>
            </a:r>
          </a:p>
          <a:p>
            <a:r>
              <a:rPr lang="es-MX" sz="1800" b="0" i="0" u="none" strike="noStrike" baseline="0" dirty="0">
                <a:latin typeface="Wingdings" panose="05000000000000000000" pitchFamily="2" charset="2"/>
              </a:rPr>
              <a:t> </a:t>
            </a:r>
            <a:r>
              <a:rPr lang="es-MX" sz="1800" b="0" i="0" u="none" strike="noStrike" baseline="0" dirty="0">
                <a:latin typeface="Arial" panose="020B0604020202020204" pitchFamily="34" charset="0"/>
              </a:rPr>
              <a:t>¿Cuál era la situación de la compañía antes de implementar el sistema de información (ERP)? </a:t>
            </a:r>
          </a:p>
          <a:p>
            <a:r>
              <a:rPr lang="es-MX" sz="1800" b="0" i="0" u="none" strike="noStrike" baseline="0" dirty="0">
                <a:latin typeface="Wingdings" panose="05000000000000000000" pitchFamily="2" charset="2"/>
              </a:rPr>
              <a:t> </a:t>
            </a:r>
            <a:r>
              <a:rPr lang="es-MX" sz="1800" b="0" i="0" u="none" strike="noStrike" baseline="0" dirty="0">
                <a:latin typeface="Arial" panose="020B0604020202020204" pitchFamily="34" charset="0"/>
              </a:rPr>
              <a:t>¿A qué desafíos se enfrentaron para llevar a cabo la implementación del ERP? </a:t>
            </a:r>
          </a:p>
          <a:p>
            <a:r>
              <a:rPr lang="es-MX" sz="1800" b="0" i="0" u="none" strike="noStrike" baseline="0" dirty="0">
                <a:latin typeface="Wingdings" panose="05000000000000000000" pitchFamily="2" charset="2"/>
              </a:rPr>
              <a:t> </a:t>
            </a:r>
            <a:r>
              <a:rPr lang="es-MX" sz="1800" b="0" i="0" u="none" strike="noStrike" baseline="0" dirty="0">
                <a:latin typeface="Arial" panose="020B0604020202020204" pitchFamily="34" charset="0"/>
              </a:rPr>
              <a:t>¿Qué iniciativas se llevaron a cabo para llevar a buen término la implementación del ERP? </a:t>
            </a:r>
          </a:p>
          <a:p>
            <a:r>
              <a:rPr lang="es-MX" sz="1800" b="0" i="0" u="none" strike="noStrike" baseline="0" dirty="0">
                <a:latin typeface="Wingdings" panose="05000000000000000000" pitchFamily="2" charset="2"/>
              </a:rPr>
              <a:t> </a:t>
            </a:r>
            <a:r>
              <a:rPr lang="es-MX" sz="1800" b="0" i="0" u="none" strike="noStrike" baseline="0" dirty="0">
                <a:latin typeface="Arial" panose="020B0604020202020204" pitchFamily="34" charset="0"/>
              </a:rPr>
              <a:t>Si estuvieras a cargo de este proyecto, ¿Qué otras iniciativas hubieses considerado? </a:t>
            </a:r>
          </a:p>
          <a:p>
            <a:r>
              <a:rPr lang="es-MX" sz="1800" b="0" i="0" u="none" strike="noStrike" baseline="0" dirty="0">
                <a:latin typeface="Wingdings" panose="05000000000000000000" pitchFamily="2" charset="2"/>
              </a:rPr>
              <a:t> </a:t>
            </a:r>
            <a:r>
              <a:rPr lang="es-MX" sz="1800" b="0" i="0" u="none" strike="noStrike" baseline="0" dirty="0">
                <a:latin typeface="Arial" panose="020B0604020202020204" pitchFamily="34" charset="0"/>
              </a:rPr>
              <a:t>¿Qué estrategia hubieses adoptado para evitar el fracaso de este proyecto? </a:t>
            </a:r>
          </a:p>
          <a:p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7480F8-F1DA-E782-AA5C-F358A4E0F438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5962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074" name="Picture 2" descr="Actividad 1 ASIGNACIÓN DEL ÁREA RESPONSABLE DE LIDERAR LA RENDICIÓN DE  CUENTAS - Rendición de Cuentas - Función Pública">
            <a:extLst>
              <a:ext uri="{FF2B5EF4-FFF2-40B4-BE49-F238E27FC236}">
                <a16:creationId xmlns:a16="http://schemas.microsoft.com/office/drawing/2014/main" id="{09AF8EEF-578B-8DDC-804B-E6375BB9A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439" y="365255"/>
            <a:ext cx="21240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831BE1E-B841-CA29-DEC7-88B103200883}"/>
              </a:ext>
            </a:extLst>
          </p:cNvPr>
          <p:cNvSpPr txBox="1"/>
          <p:nvPr/>
        </p:nvSpPr>
        <p:spPr>
          <a:xfrm>
            <a:off x="1147664" y="2334256"/>
            <a:ext cx="88640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baseline="0" dirty="0">
                <a:latin typeface="Arial" panose="020B0604020202020204" pitchFamily="34" charset="0"/>
              </a:rPr>
              <a:t>Modo de entrega de la tarea:</a:t>
            </a:r>
          </a:p>
          <a:p>
            <a:r>
              <a:rPr lang="es-MX" b="1" dirty="0">
                <a:latin typeface="Arial" panose="020B0604020202020204" pitchFamily="34" charset="0"/>
              </a:rPr>
              <a:t>	1. Hoja de papel perforado con</a:t>
            </a:r>
          </a:p>
          <a:p>
            <a:pPr marL="285750" indent="-285750">
              <a:buFontTx/>
              <a:buChar char="-"/>
            </a:pPr>
            <a:r>
              <a:rPr lang="es-MX" dirty="0">
                <a:latin typeface="Arial" panose="020B0604020202020204" pitchFamily="34" charset="0"/>
              </a:rPr>
              <a:t>Sus encabezado: Sus datos personales</a:t>
            </a:r>
          </a:p>
          <a:p>
            <a:pPr marL="285750" indent="-285750">
              <a:buFontTx/>
              <a:buChar char="-"/>
            </a:pPr>
            <a:r>
              <a:rPr lang="es-MX" sz="1800" i="0" u="none" strike="noStrike" baseline="0" dirty="0">
                <a:latin typeface="Arial" panose="020B0604020202020204" pitchFamily="34" charset="0"/>
              </a:rPr>
              <a:t>Cuerpo del documento: </a:t>
            </a:r>
            <a:r>
              <a:rPr lang="es-MX" dirty="0">
                <a:latin typeface="Arial" panose="020B0604020202020204" pitchFamily="34" charset="0"/>
              </a:rPr>
              <a:t>Esfero azul, letra legible. A mano (individual) sin faltas ortográficas.</a:t>
            </a:r>
          </a:p>
          <a:p>
            <a:pPr marL="285750" indent="-285750">
              <a:buFontTx/>
              <a:buChar char="-"/>
            </a:pPr>
            <a:r>
              <a:rPr lang="es-MX" sz="1800" i="0" u="none" strike="noStrike" baseline="0" dirty="0">
                <a:latin typeface="Arial" panose="020B0604020202020204" pitchFamily="34" charset="0"/>
              </a:rPr>
              <a:t>Grapado (si es necesario)</a:t>
            </a:r>
          </a:p>
          <a:p>
            <a:pPr marL="285750" indent="-285750">
              <a:buFontTx/>
              <a:buChar char="-"/>
            </a:pPr>
            <a:endParaRPr lang="es-MX" dirty="0"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es-MX" sz="1800" i="0" u="none" strike="noStrike" baseline="0" dirty="0"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s-MX" dirty="0">
                <a:latin typeface="Arial" panose="020B0604020202020204" pitchFamily="34" charset="0"/>
              </a:rPr>
              <a:t>VIERNES 07:10 am</a:t>
            </a:r>
            <a:endParaRPr lang="es-MX" sz="1800" i="0" u="none" strike="noStrike" baseline="0" dirty="0">
              <a:latin typeface="Arial" panose="020B0604020202020204" pitchFamily="34" charset="0"/>
            </a:endParaRPr>
          </a:p>
          <a:p>
            <a:endParaRPr lang="es-MX" sz="1800" b="0" i="0" u="none" strike="noStrike" baseline="0" dirty="0">
              <a:latin typeface="Arial" panose="020B0604020202020204" pitchFamily="34" charset="0"/>
            </a:endParaRPr>
          </a:p>
          <a:p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44E382-1A21-880F-8765-B46338A4C87F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4674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31BE1E-B841-CA29-DEC7-88B103200883}"/>
              </a:ext>
            </a:extLst>
          </p:cNvPr>
          <p:cNvSpPr txBox="1"/>
          <p:nvPr/>
        </p:nvSpPr>
        <p:spPr>
          <a:xfrm>
            <a:off x="839756" y="2798601"/>
            <a:ext cx="98158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800" b="0" i="0" u="none" strike="noStrike" baseline="0" dirty="0">
              <a:latin typeface="Arial" panose="020B0604020202020204" pitchFamily="34" charset="0"/>
            </a:endParaRPr>
          </a:p>
          <a:p>
            <a:r>
              <a:rPr lang="es-MX" sz="2800" b="1" i="0" u="none" strike="noStrike" baseline="0" dirty="0">
                <a:latin typeface="Arial" panose="020B0604020202020204" pitchFamily="34" charset="0"/>
              </a:rPr>
              <a:t>Actividades principales de la Ingeniería de Requisitos</a:t>
            </a:r>
          </a:p>
          <a:p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1019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6280E17D-EF26-5D6B-833C-C8535DB8CF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7272934"/>
              </p:ext>
            </p:extLst>
          </p:nvPr>
        </p:nvGraphicFramePr>
        <p:xfrm>
          <a:off x="1452465" y="1687954"/>
          <a:ext cx="8128000" cy="4262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2BDD90B-78A4-2B68-2B3C-CBB00A21A37C}"/>
              </a:ext>
            </a:extLst>
          </p:cNvPr>
          <p:cNvSpPr txBox="1"/>
          <p:nvPr/>
        </p:nvSpPr>
        <p:spPr>
          <a:xfrm>
            <a:off x="324239" y="6315400"/>
            <a:ext cx="87731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La Elicitación de Requisitos </a:t>
            </a:r>
            <a:r>
              <a:rPr lang="es-ES" sz="1100" b="1" dirty="0"/>
              <a:t>es el fundamento o base primordial en el desarrollo de proyectos software y es la fase que proporciona el impacto más alto en el diseño y en las demás fases del ciclo de vida del producto</a:t>
            </a:r>
            <a:endParaRPr lang="es-MX" sz="1100" dirty="0"/>
          </a:p>
        </p:txBody>
      </p:sp>
    </p:spTree>
    <p:extLst>
      <p:ext uri="{BB962C8B-B14F-4D97-AF65-F5344CB8AC3E}">
        <p14:creationId xmlns:p14="http://schemas.microsoft.com/office/powerpoint/2010/main" val="2304525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DBEE87B1-CAD9-7D19-3A74-7B59F5F238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081404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CEA80A79-C655-031A-6623-631EA425AA37}"/>
              </a:ext>
            </a:extLst>
          </p:cNvPr>
          <p:cNvSpPr txBox="1"/>
          <p:nvPr/>
        </p:nvSpPr>
        <p:spPr>
          <a:xfrm>
            <a:off x="603379" y="1868068"/>
            <a:ext cx="5610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/>
              <a:t>Elicitación de software</a:t>
            </a:r>
          </a:p>
        </p:txBody>
      </p:sp>
    </p:spTree>
    <p:extLst>
      <p:ext uri="{BB962C8B-B14F-4D97-AF65-F5344CB8AC3E}">
        <p14:creationId xmlns:p14="http://schemas.microsoft.com/office/powerpoint/2010/main" val="2972632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pic>
        <p:nvPicPr>
          <p:cNvPr id="5122" name="Picture 2" descr="Clase Demo: Tarea 2 | UNIGIS Salzburg">
            <a:extLst>
              <a:ext uri="{FF2B5EF4-FFF2-40B4-BE49-F238E27FC236}">
                <a16:creationId xmlns:a16="http://schemas.microsoft.com/office/drawing/2014/main" id="{E3E7978F-3D1B-695C-1512-AEA2E38D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64" y="408764"/>
            <a:ext cx="2771191" cy="126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557FAC8-C962-8645-7169-BDDD23FF9551}"/>
              </a:ext>
            </a:extLst>
          </p:cNvPr>
          <p:cNvSpPr txBox="1"/>
          <p:nvPr/>
        </p:nvSpPr>
        <p:spPr>
          <a:xfrm>
            <a:off x="1705169" y="2828835"/>
            <a:ext cx="92582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Laboratorio Práctico: Simulación de Elicitación de Requisitos</a:t>
            </a:r>
          </a:p>
          <a:p>
            <a:r>
              <a:rPr lang="es-MX" b="1" dirty="0"/>
              <a:t>Objetivo de la Práctica:</a:t>
            </a:r>
            <a:r>
              <a:rPr lang="es-MX" dirty="0"/>
              <a:t> Aplicar técnicas de entrevista para la extracción de requisitos de software, identificando y superando barreras de comunicación con un cliente que no posee conocimientos técnicos.</a:t>
            </a:r>
          </a:p>
        </p:txBody>
      </p:sp>
    </p:spTree>
    <p:extLst>
      <p:ext uri="{BB962C8B-B14F-4D97-AF65-F5344CB8AC3E}">
        <p14:creationId xmlns:p14="http://schemas.microsoft.com/office/powerpoint/2010/main" val="3156484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pic>
        <p:nvPicPr>
          <p:cNvPr id="5122" name="Picture 2" descr="Clase Demo: Tarea 2 | UNIGIS Salzburg">
            <a:extLst>
              <a:ext uri="{FF2B5EF4-FFF2-40B4-BE49-F238E27FC236}">
                <a16:creationId xmlns:a16="http://schemas.microsoft.com/office/drawing/2014/main" id="{E3E7978F-3D1B-695C-1512-AEA2E38D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64" y="408764"/>
            <a:ext cx="2771191" cy="126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38D1C40-19C3-E153-6AEC-585F5B872FA2}"/>
              </a:ext>
            </a:extLst>
          </p:cNvPr>
          <p:cNvSpPr txBox="1"/>
          <p:nvPr/>
        </p:nvSpPr>
        <p:spPr>
          <a:xfrm>
            <a:off x="1452465" y="1824623"/>
            <a:ext cx="930495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700" b="1" dirty="0"/>
              <a:t>Contexto de la Simulación</a:t>
            </a:r>
          </a:p>
          <a:p>
            <a:r>
              <a:rPr lang="es-MX" sz="1700" dirty="0"/>
              <a:t>Se formarán equipos de dos personas. Cada estudiante asumirá un rol específico durante la práctica.</a:t>
            </a:r>
          </a:p>
          <a:p>
            <a:endParaRPr lang="es-MX" sz="1700" dirty="0"/>
          </a:p>
          <a:p>
            <a:r>
              <a:rPr lang="es-MX" sz="1700" b="1" dirty="0"/>
              <a:t>Estudiante A (El Cliente):</a:t>
            </a:r>
            <a:r>
              <a:rPr lang="es-MX" sz="1700" dirty="0"/>
              <a:t> Es el administrador de un centro médico que necesita un </a:t>
            </a:r>
            <a:r>
              <a:rPr lang="es-MX" sz="1700" b="1" dirty="0"/>
              <a:t>"Sistema de Gestión de Citas y Pacientes"</a:t>
            </a:r>
            <a:r>
              <a:rPr lang="es-MX" sz="1700" dirty="0"/>
              <a:t>. Tiene claro el dolor de su negocio (desorden, citas duplicadas, pérdida de historiales), pero </a:t>
            </a:r>
            <a:r>
              <a:rPr lang="es-MX" sz="1700" i="1" dirty="0"/>
              <a:t>no sabe nada de tecnología</a:t>
            </a:r>
            <a:r>
              <a:rPr lang="es-MX" sz="1700" dirty="0"/>
              <a:t>. Su actitud debe ser un poco impaciente, asume que el sistema hará "magia" y usa términos ambiguos (con doble sentido) como </a:t>
            </a:r>
            <a:r>
              <a:rPr lang="es-MX" sz="1700" i="1" dirty="0"/>
              <a:t>"quiero que sea súper rápido"</a:t>
            </a:r>
            <a:r>
              <a:rPr lang="es-MX" sz="1700" dirty="0"/>
              <a:t> o </a:t>
            </a:r>
            <a:r>
              <a:rPr lang="es-MX" sz="1700" i="1" dirty="0"/>
              <a:t>"que me avise todo"</a:t>
            </a:r>
            <a:r>
              <a:rPr lang="es-MX" sz="1700" dirty="0"/>
              <a:t>.</a:t>
            </a:r>
          </a:p>
          <a:p>
            <a:endParaRPr lang="es-MX" sz="1700" dirty="0"/>
          </a:p>
          <a:p>
            <a:r>
              <a:rPr lang="es-MX" sz="1700" b="1" dirty="0"/>
              <a:t>Estudiante B (El Ingeniero de Requisitos):</a:t>
            </a:r>
            <a:r>
              <a:rPr lang="es-MX" sz="1700" dirty="0"/>
              <a:t> Es el encargado de liderar la reunión. Su objetivo es transformar las quejas y deseos ambiguos del cliente en requerimientos claros, funcionales y medibles, sin usar jerga técnica que confunda al cliente (prohibido hablar de bases de datos relacionales, </a:t>
            </a:r>
            <a:r>
              <a:rPr lang="es-MX" sz="1700" dirty="0" err="1"/>
              <a:t>frameworks</a:t>
            </a:r>
            <a:r>
              <a:rPr lang="es-MX" sz="1700" dirty="0"/>
              <a:t> o lenguajes de programación durante la entrevista).</a:t>
            </a:r>
          </a:p>
        </p:txBody>
      </p:sp>
    </p:spTree>
    <p:extLst>
      <p:ext uri="{BB962C8B-B14F-4D97-AF65-F5344CB8AC3E}">
        <p14:creationId xmlns:p14="http://schemas.microsoft.com/office/powerpoint/2010/main" val="2378260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pic>
        <p:nvPicPr>
          <p:cNvPr id="5122" name="Picture 2" descr="Clase Demo: Tarea 2 | UNIGIS Salzburg">
            <a:extLst>
              <a:ext uri="{FF2B5EF4-FFF2-40B4-BE49-F238E27FC236}">
                <a16:creationId xmlns:a16="http://schemas.microsoft.com/office/drawing/2014/main" id="{E3E7978F-3D1B-695C-1512-AEA2E38D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64" y="408764"/>
            <a:ext cx="2771191" cy="126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585681B-E184-E2BA-1B05-1496783ACA0B}"/>
              </a:ext>
            </a:extLst>
          </p:cNvPr>
          <p:cNvSpPr txBox="1"/>
          <p:nvPr/>
        </p:nvSpPr>
        <p:spPr>
          <a:xfrm>
            <a:off x="1014704" y="1753572"/>
            <a:ext cx="97248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Fases de la Actividad</a:t>
            </a:r>
          </a:p>
          <a:p>
            <a:r>
              <a:rPr lang="es-MX" b="1" dirty="0"/>
              <a:t>Fase 1: Preparación (15 minutos)</a:t>
            </a:r>
          </a:p>
          <a:p>
            <a:r>
              <a:rPr lang="es-MX" dirty="0"/>
              <a:t>Antes de interactuar, el Ingeniero de Requisitos debe planificar la reunión.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Acción:</a:t>
            </a:r>
            <a:r>
              <a:rPr lang="es-MX" dirty="0"/>
              <a:t> Redactar una </a:t>
            </a:r>
            <a:r>
              <a:rPr lang="es-MX" b="1" dirty="0"/>
              <a:t>Guía de Entrevista</a:t>
            </a:r>
            <a:r>
              <a:rPr lang="es-MX" dirty="0"/>
              <a:t> con al menos 5 preguntas abiertas preparadas de antemano para descubrir los procesos actuales del cliente (Ej. </a:t>
            </a:r>
            <a:r>
              <a:rPr lang="es-MX" i="1" dirty="0"/>
              <a:t>"Cuénteme, ¿cómo es el proceso exacto desde que un paciente llama hasta que es atendido por el médico?"</a:t>
            </a:r>
            <a:r>
              <a:rPr lang="es-MX" dirty="0"/>
              <a:t>).</a:t>
            </a:r>
          </a:p>
          <a:p>
            <a:r>
              <a:rPr lang="es-MX" b="1" dirty="0"/>
              <a:t>Fase 2: La Entrevista (10 - 15 minutos)</a:t>
            </a:r>
          </a:p>
          <a:p>
            <a:r>
              <a:rPr lang="es-MX" dirty="0"/>
              <a:t>Ejecución del juego de roles.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Acción:</a:t>
            </a:r>
            <a:r>
              <a:rPr lang="es-MX" dirty="0"/>
              <a:t> El Ingeniero debe aplicar técnicas de </a:t>
            </a:r>
            <a:r>
              <a:rPr lang="es-MX" b="1" dirty="0"/>
              <a:t>escucha activa</a:t>
            </a:r>
            <a:r>
              <a:rPr lang="es-MX" dirty="0"/>
              <a:t> y </a:t>
            </a:r>
            <a:r>
              <a:rPr lang="es-MX" b="1" dirty="0"/>
              <a:t>parafraseo</a:t>
            </a:r>
            <a:r>
              <a:rPr lang="es-MX" dirty="0"/>
              <a:t> (Ej. </a:t>
            </a:r>
            <a:r>
              <a:rPr lang="es-MX" i="1" dirty="0"/>
              <a:t>"Entonces, si le entiendo bien, lo que usted necesita es..."</a:t>
            </a:r>
            <a:r>
              <a:rPr lang="es-MX" dirty="0"/>
              <a:t>). Debe indagar hasta convertir los requisitos ambiguos del cliente en funcionalidades concretas.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Restricción:</a:t>
            </a:r>
            <a:r>
              <a:rPr lang="es-MX" dirty="0"/>
              <a:t> El cliente debe introducir al menos dos "cambios de idea" a mitad de la entrevista para probar la capacidad de adaptación del Ingeniero.</a:t>
            </a:r>
          </a:p>
        </p:txBody>
      </p:sp>
    </p:spTree>
    <p:extLst>
      <p:ext uri="{BB962C8B-B14F-4D97-AF65-F5344CB8AC3E}">
        <p14:creationId xmlns:p14="http://schemas.microsoft.com/office/powerpoint/2010/main" val="806674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pic>
        <p:nvPicPr>
          <p:cNvPr id="5122" name="Picture 2" descr="Clase Demo: Tarea 2 | UNIGIS Salzburg">
            <a:extLst>
              <a:ext uri="{FF2B5EF4-FFF2-40B4-BE49-F238E27FC236}">
                <a16:creationId xmlns:a16="http://schemas.microsoft.com/office/drawing/2014/main" id="{E3E7978F-3D1B-695C-1512-AEA2E38D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64" y="408764"/>
            <a:ext cx="2771191" cy="126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585681B-E184-E2BA-1B05-1496783ACA0B}"/>
              </a:ext>
            </a:extLst>
          </p:cNvPr>
          <p:cNvSpPr txBox="1"/>
          <p:nvPr/>
        </p:nvSpPr>
        <p:spPr>
          <a:xfrm>
            <a:off x="1014704" y="1753572"/>
            <a:ext cx="97248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Fases de la Actividad</a:t>
            </a:r>
          </a:p>
          <a:p>
            <a:r>
              <a:rPr lang="es-MX" b="1" dirty="0"/>
              <a:t>Fase 1: Preparación (15 minutos)</a:t>
            </a:r>
          </a:p>
          <a:p>
            <a:r>
              <a:rPr lang="es-MX" dirty="0"/>
              <a:t>Antes de interactuar, el Ingeniero de Requisitos debe planificar la reunión.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Acción:</a:t>
            </a:r>
            <a:r>
              <a:rPr lang="es-MX" dirty="0"/>
              <a:t> Redactar una </a:t>
            </a:r>
            <a:r>
              <a:rPr lang="es-MX" b="1" dirty="0"/>
              <a:t>Guía de Entrevista</a:t>
            </a:r>
            <a:r>
              <a:rPr lang="es-MX" dirty="0"/>
              <a:t> con al menos 5 preguntas abiertas preparadas de antemano para descubrir los procesos actuales del cliente (Ej. </a:t>
            </a:r>
            <a:r>
              <a:rPr lang="es-MX" i="1" dirty="0"/>
              <a:t>"Cuénteme, ¿cómo es el proceso exacto desde que un paciente llama hasta que es atendido por el médico?"</a:t>
            </a:r>
            <a:r>
              <a:rPr lang="es-MX" dirty="0"/>
              <a:t>).</a:t>
            </a:r>
          </a:p>
          <a:p>
            <a:r>
              <a:rPr lang="es-MX" b="1" dirty="0"/>
              <a:t>Fase 2: La Entrevista (10 - 15 minutos)</a:t>
            </a:r>
          </a:p>
          <a:p>
            <a:r>
              <a:rPr lang="es-MX" dirty="0"/>
              <a:t>Ejecución del juego de roles.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Acción:</a:t>
            </a:r>
            <a:r>
              <a:rPr lang="es-MX" dirty="0"/>
              <a:t> El Ingeniero debe aplicar técnicas de </a:t>
            </a:r>
            <a:r>
              <a:rPr lang="es-MX" b="1" dirty="0"/>
              <a:t>escucha activa</a:t>
            </a:r>
            <a:r>
              <a:rPr lang="es-MX" dirty="0"/>
              <a:t> y </a:t>
            </a:r>
            <a:r>
              <a:rPr lang="es-MX" b="1" dirty="0"/>
              <a:t>parafraseo</a:t>
            </a:r>
            <a:r>
              <a:rPr lang="es-MX" dirty="0"/>
              <a:t> (Ej. </a:t>
            </a:r>
            <a:r>
              <a:rPr lang="es-MX" i="1" dirty="0"/>
              <a:t>"Entonces, si le entiendo bien, lo que usted necesita es..."</a:t>
            </a:r>
            <a:r>
              <a:rPr lang="es-MX" dirty="0"/>
              <a:t>). Debe indagar hasta convertir los requisitos ambiguos del cliente en funcionalidades concretas.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Restricción:</a:t>
            </a:r>
            <a:r>
              <a:rPr lang="es-MX" dirty="0"/>
              <a:t> El cliente debe introducir al menos dos "cambios de idea" a mitad de la entrevista para probar la capacidad de adaptación del Ingeniero.</a:t>
            </a:r>
          </a:p>
        </p:txBody>
      </p:sp>
    </p:spTree>
    <p:extLst>
      <p:ext uri="{BB962C8B-B14F-4D97-AF65-F5344CB8AC3E}">
        <p14:creationId xmlns:p14="http://schemas.microsoft.com/office/powerpoint/2010/main" val="4207323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pic>
        <p:nvPicPr>
          <p:cNvPr id="5122" name="Picture 2" descr="Clase Demo: Tarea 2 | UNIGIS Salzburg">
            <a:extLst>
              <a:ext uri="{FF2B5EF4-FFF2-40B4-BE49-F238E27FC236}">
                <a16:creationId xmlns:a16="http://schemas.microsoft.com/office/drawing/2014/main" id="{E3E7978F-3D1B-695C-1512-AEA2E38D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64" y="408764"/>
            <a:ext cx="2771191" cy="126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8F79D44-0430-4632-5CCE-8B24110B43CC}"/>
              </a:ext>
            </a:extLst>
          </p:cNvPr>
          <p:cNvSpPr txBox="1"/>
          <p:nvPr/>
        </p:nvSpPr>
        <p:spPr>
          <a:xfrm>
            <a:off x="977383" y="1952404"/>
            <a:ext cx="95942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Entregables Esperados</a:t>
            </a:r>
          </a:p>
          <a:p>
            <a:endParaRPr lang="es-MX" b="1" dirty="0"/>
          </a:p>
          <a:p>
            <a:r>
              <a:rPr lang="es-MX" dirty="0"/>
              <a:t>El equipo debe grabar un video (zoom) y un único documento PDF que contenga:</a:t>
            </a:r>
          </a:p>
          <a:p>
            <a:r>
              <a:rPr lang="es-MX" b="1" dirty="0"/>
              <a:t>La Guía de Entrevista:</a:t>
            </a:r>
            <a:r>
              <a:rPr lang="es-MX" dirty="0"/>
              <a:t> Las preguntas planificadas originalmente.</a:t>
            </a:r>
          </a:p>
          <a:p>
            <a:endParaRPr lang="es-MX" dirty="0"/>
          </a:p>
          <a:p>
            <a:r>
              <a:rPr lang="es-MX" b="1" dirty="0"/>
              <a:t>Acta de la Reunión:</a:t>
            </a:r>
            <a:r>
              <a:rPr lang="es-MX" dirty="0"/>
              <a:t> Un resumen de los acuerdos a los que llegaron (1 página máximo).</a:t>
            </a:r>
          </a:p>
          <a:p>
            <a:pPr>
              <a:buFont typeface="+mj-lt"/>
              <a:buAutoNum type="arabicPeriod"/>
            </a:pPr>
            <a:endParaRPr lang="es-MX" b="1" dirty="0"/>
          </a:p>
          <a:p>
            <a:r>
              <a:rPr lang="es-MX" b="1" dirty="0" err="1"/>
              <a:t>Grabacion</a:t>
            </a:r>
            <a:r>
              <a:rPr lang="es-MX" b="1" dirty="0"/>
              <a:t> del video: </a:t>
            </a:r>
            <a:r>
              <a:rPr lang="es-MX" dirty="0"/>
              <a:t>El video de la entrevista con su compañero será de no menos de 7 a 10 minutos, donde demostrarán, el manejo de </a:t>
            </a:r>
            <a:r>
              <a:rPr lang="es-MX" dirty="0" err="1"/>
              <a:t>lexico</a:t>
            </a:r>
            <a:r>
              <a:rPr lang="es-MX" dirty="0"/>
              <a:t> técnico por parte del desarrollador, y de </a:t>
            </a:r>
            <a:r>
              <a:rPr lang="es-MX" dirty="0" err="1"/>
              <a:t>lexico</a:t>
            </a:r>
            <a:r>
              <a:rPr lang="es-MX" dirty="0"/>
              <a:t> común de parte del entrevistado, se llegara a entender lo que quiere el cliente y se plasmara en el acta de la reunión.</a:t>
            </a:r>
          </a:p>
          <a:p>
            <a:r>
              <a:rPr lang="es-MX" b="1" i="1" dirty="0">
                <a:solidFill>
                  <a:srgbClr val="FF0000"/>
                </a:solidFill>
              </a:rPr>
              <a:t>27-04-2026 FECHA DE ENTREGA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A0CE69-2521-64A8-57A1-6EC044E651D6}"/>
              </a:ext>
            </a:extLst>
          </p:cNvPr>
          <p:cNvSpPr txBox="1"/>
          <p:nvPr/>
        </p:nvSpPr>
        <p:spPr>
          <a:xfrm>
            <a:off x="166785" y="5658243"/>
            <a:ext cx="9575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https://drive.google.com/drive/folders/1Im0puHOtmna2Fb11syyIgF4CYqPUrH6t?usp=sharing</a:t>
            </a:r>
          </a:p>
        </p:txBody>
      </p:sp>
      <p:pic>
        <p:nvPicPr>
          <p:cNvPr id="7170" name="Picture 2" descr="upload-ftp - Visual Studio Marketplace">
            <a:extLst>
              <a:ext uri="{FF2B5EF4-FFF2-40B4-BE49-F238E27FC236}">
                <a16:creationId xmlns:a16="http://schemas.microsoft.com/office/drawing/2014/main" id="{7EBBE253-64B4-B93B-8CC8-2563CECBD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37" y="6088528"/>
            <a:ext cx="681766" cy="68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992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</a:p>
        </p:txBody>
      </p:sp>
      <p:pic>
        <p:nvPicPr>
          <p:cNvPr id="5122" name="Picture 2" descr="Clase Demo: Tarea 2 | UNIGIS Salzburg">
            <a:extLst>
              <a:ext uri="{FF2B5EF4-FFF2-40B4-BE49-F238E27FC236}">
                <a16:creationId xmlns:a16="http://schemas.microsoft.com/office/drawing/2014/main" id="{E3E7978F-3D1B-695C-1512-AEA2E38D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64" y="408764"/>
            <a:ext cx="2771191" cy="126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A8EE969-424D-E109-FE04-2CE8F926A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06046"/>
              </p:ext>
            </p:extLst>
          </p:nvPr>
        </p:nvGraphicFramePr>
        <p:xfrm>
          <a:off x="1452465" y="1661999"/>
          <a:ext cx="8322976" cy="4406680"/>
        </p:xfrm>
        <a:graphic>
          <a:graphicData uri="http://schemas.openxmlformats.org/drawingml/2006/table">
            <a:tbl>
              <a:tblPr/>
              <a:tblGrid>
                <a:gridCol w="2080744">
                  <a:extLst>
                    <a:ext uri="{9D8B030D-6E8A-4147-A177-3AD203B41FA5}">
                      <a16:colId xmlns:a16="http://schemas.microsoft.com/office/drawing/2014/main" val="4264689957"/>
                    </a:ext>
                  </a:extLst>
                </a:gridCol>
                <a:gridCol w="2080744">
                  <a:extLst>
                    <a:ext uri="{9D8B030D-6E8A-4147-A177-3AD203B41FA5}">
                      <a16:colId xmlns:a16="http://schemas.microsoft.com/office/drawing/2014/main" val="3317834783"/>
                    </a:ext>
                  </a:extLst>
                </a:gridCol>
                <a:gridCol w="2080744">
                  <a:extLst>
                    <a:ext uri="{9D8B030D-6E8A-4147-A177-3AD203B41FA5}">
                      <a16:colId xmlns:a16="http://schemas.microsoft.com/office/drawing/2014/main" val="2688796170"/>
                    </a:ext>
                  </a:extLst>
                </a:gridCol>
                <a:gridCol w="2080744">
                  <a:extLst>
                    <a:ext uri="{9D8B030D-6E8A-4147-A177-3AD203B41FA5}">
                      <a16:colId xmlns:a16="http://schemas.microsoft.com/office/drawing/2014/main" val="453846092"/>
                    </a:ext>
                  </a:extLst>
                </a:gridCol>
              </a:tblGrid>
              <a:tr h="447932">
                <a:tc>
                  <a:txBody>
                    <a:bodyPr/>
                    <a:lstStyle/>
                    <a:p>
                      <a:r>
                        <a:rPr lang="es-MX" sz="1200"/>
                        <a:t>Criterio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Excelente (100%)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200"/>
                        <a:t>Aceptable (75%)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Insuficiente (50% o menos)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461210"/>
                  </a:ext>
                </a:extLst>
              </a:tr>
              <a:tr h="831873">
                <a:tc>
                  <a:txBody>
                    <a:bodyPr/>
                    <a:lstStyle/>
                    <a:p>
                      <a:r>
                        <a:rPr lang="es-MX" sz="1300" b="1" dirty="0"/>
                        <a:t>Preparación</a:t>
                      </a:r>
                      <a:endParaRPr lang="es-MX" sz="1300" dirty="0"/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/>
                        <a:t>Preguntas abiertas, estructuradas y orientadas a descubrir el proceso del negocio.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/>
                        <a:t>Preguntas cerradas (sí/no) o muy genéricas.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/>
                        <a:t>No hubo preparación; la entrevista fue totalmente improvisada.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320010"/>
                  </a:ext>
                </a:extLst>
              </a:tr>
              <a:tr h="1023844">
                <a:tc>
                  <a:txBody>
                    <a:bodyPr/>
                    <a:lstStyle/>
                    <a:p>
                      <a:r>
                        <a:rPr lang="es-MX" sz="1300" b="1" dirty="0"/>
                        <a:t>Control de la Entrevista</a:t>
                      </a:r>
                      <a:endParaRPr lang="es-MX" sz="1300" dirty="0"/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/>
                        <a:t>Mantuvo el control, usó parafraseo para confirmar entendimiento y evitó jerga técnica.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/>
                        <a:t>Permitió que el cliente divagara mucho o usó términos técnicos que confundieron.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Asumió requerimientos sin preguntar o impuso soluciones tecnológicas prematuras.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517968"/>
                  </a:ext>
                </a:extLst>
              </a:tr>
              <a:tr h="1023844">
                <a:tc>
                  <a:txBody>
                    <a:bodyPr/>
                    <a:lstStyle/>
                    <a:p>
                      <a:r>
                        <a:rPr lang="es-MX" sz="1300" b="1" dirty="0"/>
                        <a:t>Calidad de Requisitos</a:t>
                      </a:r>
                      <a:endParaRPr lang="es-MX" sz="1300" dirty="0"/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Requisitos documentados de forma clara, sin ambigüedades y 100% medibles o comprobables.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Requisitos funcionales claros, pero los no funcionales siguen siendo algo ambiguos ("sistema rápido").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Requisitos vagos, contradictorios o que no resuelven el problema del cliente.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758903"/>
                  </a:ext>
                </a:extLst>
              </a:tr>
              <a:tr h="1023844">
                <a:tc>
                  <a:txBody>
                    <a:bodyPr/>
                    <a:lstStyle/>
                    <a:p>
                      <a:r>
                        <a:rPr lang="es-MX" sz="1300" b="1"/>
                        <a:t>Análisis Crítico</a:t>
                      </a:r>
                      <a:endParaRPr lang="es-MX" sz="1300"/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/>
                        <a:t>Identifica claramente las barreras de comunicación sufridas y propone cómo mejorarlas.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/>
                        <a:t>Menciona los problemas por encima, sin conectarlos con la teoría de la clase.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300" dirty="0"/>
                        <a:t>No identifica errores de comunicación o culpa enteramente al cliente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078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2BE8E6F-4FC0-75AD-2B55-67EC44B4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175" y="1636798"/>
            <a:ext cx="779151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Rúbrica de Evaluación (Parámetros para el Docente)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1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3</a:t>
            </a:r>
          </a:p>
        </p:txBody>
      </p:sp>
      <p:pic>
        <p:nvPicPr>
          <p:cNvPr id="4100" name="Picture 4" descr="Master User Requirements With MoSCoW Prioritization Model">
            <a:extLst>
              <a:ext uri="{FF2B5EF4-FFF2-40B4-BE49-F238E27FC236}">
                <a16:creationId xmlns:a16="http://schemas.microsoft.com/office/drawing/2014/main" id="{C8EB24E0-6E4E-1903-33F5-045E0F449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189" y="3834013"/>
            <a:ext cx="3236488" cy="171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FB3BE10-0EB2-06A3-861B-5A70B294862D}"/>
              </a:ext>
            </a:extLst>
          </p:cNvPr>
          <p:cNvSpPr txBox="1"/>
          <p:nvPr/>
        </p:nvSpPr>
        <p:spPr>
          <a:xfrm>
            <a:off x="2918149" y="2870200"/>
            <a:ext cx="67576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/>
              <a:t>Análisis y Negociación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26F282C-5340-24A0-A238-2DD9526213A0}"/>
              </a:ext>
            </a:extLst>
          </p:cNvPr>
          <p:cNvSpPr txBox="1"/>
          <p:nvPr/>
        </p:nvSpPr>
        <p:spPr>
          <a:xfrm>
            <a:off x="6627067" y="289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https://www.redalyc.org/pdf/396/39600114.pdf</a:t>
            </a:r>
          </a:p>
        </p:txBody>
      </p:sp>
    </p:spTree>
    <p:extLst>
      <p:ext uri="{BB962C8B-B14F-4D97-AF65-F5344CB8AC3E}">
        <p14:creationId xmlns:p14="http://schemas.microsoft.com/office/powerpoint/2010/main" val="324484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9666D79-9C0C-CB0D-2040-7A3BFBE5403E}"/>
              </a:ext>
            </a:extLst>
          </p:cNvPr>
          <p:cNvSpPr/>
          <p:nvPr/>
        </p:nvSpPr>
        <p:spPr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FDE8F2-5DDC-E57F-E91F-5DA7117F8FE6}"/>
              </a:ext>
            </a:extLst>
          </p:cNvPr>
          <p:cNvSpPr/>
          <p:nvPr/>
        </p:nvSpPr>
        <p:spPr>
          <a:xfrm>
            <a:off x="8509518" y="6522098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AAD4D3-5DFB-AD42-8D43-9A8A6A820C8D}"/>
              </a:ext>
            </a:extLst>
          </p:cNvPr>
          <p:cNvSpPr txBox="1"/>
          <p:nvPr/>
        </p:nvSpPr>
        <p:spPr>
          <a:xfrm>
            <a:off x="9983754" y="4982546"/>
            <a:ext cx="75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26F282C-5340-24A0-A238-2DD9526213A0}"/>
              </a:ext>
            </a:extLst>
          </p:cNvPr>
          <p:cNvSpPr txBox="1"/>
          <p:nvPr/>
        </p:nvSpPr>
        <p:spPr>
          <a:xfrm>
            <a:off x="6627067" y="289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https://www.redalyc.org/pdf/396/39600114.pdf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5C06C8-ABC1-8687-D37F-1FABFE48BEFB}"/>
              </a:ext>
            </a:extLst>
          </p:cNvPr>
          <p:cNvSpPr txBox="1"/>
          <p:nvPr/>
        </p:nvSpPr>
        <p:spPr>
          <a:xfrm>
            <a:off x="973493" y="2196312"/>
            <a:ext cx="9010261" cy="313932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s-MX" dirty="0"/>
              <a:t>Es común escuchar que todo es negociable. Bueno, ¡eso no es total-</a:t>
            </a:r>
          </a:p>
          <a:p>
            <a:r>
              <a:rPr lang="es-MX" dirty="0"/>
              <a:t>mente cierto! ¿Vendería a su hijo o a su mascota? ¿Comprometería la</a:t>
            </a:r>
          </a:p>
          <a:p>
            <a:r>
              <a:rPr lang="es-MX" dirty="0"/>
              <a:t>salud de su hijo o de su mascota? Si dijo: “No”, entonces verá que, con-</a:t>
            </a:r>
          </a:p>
          <a:p>
            <a:r>
              <a:rPr lang="es-MX" dirty="0" err="1"/>
              <a:t>trario</a:t>
            </a:r>
            <a:r>
              <a:rPr lang="es-MX" dirty="0"/>
              <a:t> a la creencia popular de que todo es negociable, ¡no lo es! Si</a:t>
            </a:r>
          </a:p>
          <a:p>
            <a:r>
              <a:rPr lang="es-MX" dirty="0"/>
              <a:t>contestó: “Sí” entonces reconozca que la negociación requiere un mí-</a:t>
            </a:r>
          </a:p>
          <a:p>
            <a:r>
              <a:rPr lang="es-MX" dirty="0" err="1"/>
              <a:t>nimo</a:t>
            </a:r>
            <a:r>
              <a:rPr lang="es-MX" dirty="0"/>
              <a:t> de dos personas y que su contraparte podría considerar algunas</a:t>
            </a:r>
          </a:p>
          <a:p>
            <a:r>
              <a:rPr lang="es-MX" dirty="0"/>
              <a:t>cosas como no negociables. Si la reacción es que estos ejemplos son ex-</a:t>
            </a:r>
          </a:p>
          <a:p>
            <a:r>
              <a:rPr lang="es-MX" dirty="0" err="1"/>
              <a:t>tremos</a:t>
            </a:r>
            <a:r>
              <a:rPr lang="es-MX" dirty="0"/>
              <a:t>, piense este asunto más detenidamente. Si uno no tiene valores,</a:t>
            </a:r>
          </a:p>
          <a:p>
            <a:r>
              <a:rPr lang="es-MX" dirty="0"/>
              <a:t>creencias u opciones, entonces todo podría ser negociable. La clave es</a:t>
            </a:r>
          </a:p>
          <a:p>
            <a:r>
              <a:rPr lang="es-MX" dirty="0"/>
              <a:t>identificar su ética, código moral y valores personales a la vez que con-</a:t>
            </a:r>
          </a:p>
          <a:p>
            <a:r>
              <a:rPr lang="es-MX" dirty="0" err="1"/>
              <a:t>sidera</a:t>
            </a:r>
            <a:r>
              <a:rPr lang="es-MX" dirty="0"/>
              <a:t> las opciones de negociación.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8AC43D-B011-A4B5-0E52-5CA53B1AF17F}"/>
              </a:ext>
            </a:extLst>
          </p:cNvPr>
          <p:cNvSpPr txBox="1"/>
          <p:nvPr/>
        </p:nvSpPr>
        <p:spPr>
          <a:xfrm>
            <a:off x="853753" y="1715631"/>
            <a:ext cx="320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NO TODO ES NEGOCIABLE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CD1FDF-9A26-4FF2-D6F2-83CAFA4B67C0}"/>
              </a:ext>
            </a:extLst>
          </p:cNvPr>
          <p:cNvSpPr txBox="1"/>
          <p:nvPr/>
        </p:nvSpPr>
        <p:spPr>
          <a:xfrm>
            <a:off x="1054358" y="5381244"/>
            <a:ext cx="7847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https://gc.scalahed.com/recursos/files/r161r/w24792w/TNRC.pdf</a:t>
            </a:r>
          </a:p>
        </p:txBody>
      </p:sp>
    </p:spTree>
    <p:extLst>
      <p:ext uri="{BB962C8B-B14F-4D97-AF65-F5344CB8AC3E}">
        <p14:creationId xmlns:p14="http://schemas.microsoft.com/office/powerpoint/2010/main" val="1442920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2ba6e3-a8c0-432c-8287-06aef479815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BC2C9C70C024CAB1FB51A50D0AF8B" ma:contentTypeVersion="8" ma:contentTypeDescription="Create a new document." ma:contentTypeScope="" ma:versionID="7242203416935adfa878fcb9056af7ff">
  <xsd:schema xmlns:xsd="http://www.w3.org/2001/XMLSchema" xmlns:xs="http://www.w3.org/2001/XMLSchema" xmlns:p="http://schemas.microsoft.com/office/2006/metadata/properties" xmlns:ns3="a02ba6e3-a8c0-432c-8287-06aef4798156" targetNamespace="http://schemas.microsoft.com/office/2006/metadata/properties" ma:root="true" ma:fieldsID="d78527be63aeb23090cc54fdc23f2381" ns3:_="">
    <xsd:import namespace="a02ba6e3-a8c0-432c-8287-06aef479815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2ba6e3-a8c0-432c-8287-06aef47981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A722BA-62B5-49FC-8E10-1E86BD3A3C59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a02ba6e3-a8c0-432c-8287-06aef4798156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42E5F9A-2172-412B-86B3-E0469EDFAE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AD62B7-FDDA-49FA-9F57-427BB3E9A9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2ba6e3-a8c0-432c-8287-06aef47981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1704</Words>
  <Application>Microsoft Office PowerPoint</Application>
  <PresentationFormat>Panorámica</PresentationFormat>
  <Paragraphs>161</Paragraphs>
  <Slides>22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Symbol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O.S.S.I.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(Estudiante) Darwin Rene Arias Martinez</dc:creator>
  <cp:lastModifiedBy>(Estudiante) Darwin Rene Arias Martinez</cp:lastModifiedBy>
  <cp:revision>47</cp:revision>
  <dcterms:created xsi:type="dcterms:W3CDTF">2026-04-17T19:18:25Z</dcterms:created>
  <dcterms:modified xsi:type="dcterms:W3CDTF">2026-04-20T13:42:29Z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0x01010029EBC2C9C70C024CAB1FB51A50D0AF8B</vt:lpwstr>
  </property>
</Properties>
</file>