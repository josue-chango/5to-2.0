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2BDD18-01A4-4927-9087-19A0782FA52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1879C34F-F05A-47AA-9BFD-3D29B337B8DE}">
      <dgm:prSet phldrT="[Texto]" custT="1"/>
      <dgm:spPr/>
      <dgm:t>
        <a:bodyPr/>
        <a:lstStyle/>
        <a:p>
          <a:r>
            <a:rPr lang="es-MX" sz="1800" b="1" dirty="0"/>
            <a:t>¿Qué es? Es un diagrama de interacción (comportamiento) dentro del estándar UML 2.0.</a:t>
          </a:r>
          <a:endParaRPr lang="es-MX" sz="1800" dirty="0"/>
        </a:p>
      </dgm:t>
    </dgm:pt>
    <dgm:pt modelId="{89ACE784-0599-434E-A25A-B079ADC20B23}" type="parTrans" cxnId="{33444817-BF4D-4C67-95BE-3C1A1F983104}">
      <dgm:prSet/>
      <dgm:spPr/>
      <dgm:t>
        <a:bodyPr/>
        <a:lstStyle/>
        <a:p>
          <a:endParaRPr lang="es-MX"/>
        </a:p>
      </dgm:t>
    </dgm:pt>
    <dgm:pt modelId="{4CFFF10E-B6B7-4674-9299-15A3794F23FA}" type="sibTrans" cxnId="{33444817-BF4D-4C67-95BE-3C1A1F983104}">
      <dgm:prSet/>
      <dgm:spPr/>
      <dgm:t>
        <a:bodyPr/>
        <a:lstStyle/>
        <a:p>
          <a:endParaRPr lang="es-MX"/>
        </a:p>
      </dgm:t>
    </dgm:pt>
    <dgm:pt modelId="{23CFCDED-EF2F-4512-8740-1C6F8A04A1B0}">
      <dgm:prSet phldrT="[Texto]" custT="1"/>
      <dgm:spPr/>
      <dgm:t>
        <a:bodyPr/>
        <a:lstStyle/>
        <a:p>
          <a:r>
            <a:rPr lang="es-MX" sz="1800" dirty="0"/>
            <a:t>El Eje X: Representa el avance del tiempo real o relativo (milisegundos, minutos, horas).</a:t>
          </a:r>
        </a:p>
      </dgm:t>
    </dgm:pt>
    <dgm:pt modelId="{6D015B83-7BB4-43FA-8244-B67A7AAA0771}" type="parTrans" cxnId="{648AF8AB-8646-46F0-9602-FE2676B12538}">
      <dgm:prSet/>
      <dgm:spPr/>
      <dgm:t>
        <a:bodyPr/>
        <a:lstStyle/>
        <a:p>
          <a:endParaRPr lang="es-MX"/>
        </a:p>
      </dgm:t>
    </dgm:pt>
    <dgm:pt modelId="{68361779-B236-40C9-BE9A-EB490E19E108}" type="sibTrans" cxnId="{648AF8AB-8646-46F0-9602-FE2676B12538}">
      <dgm:prSet/>
      <dgm:spPr/>
      <dgm:t>
        <a:bodyPr/>
        <a:lstStyle/>
        <a:p>
          <a:endParaRPr lang="es-MX"/>
        </a:p>
      </dgm:t>
    </dgm:pt>
    <dgm:pt modelId="{8A577AA6-8199-425B-B68E-39C028313D00}">
      <dgm:prSet phldrT="[Texto]" custT="1"/>
      <dgm:spPr/>
      <dgm:t>
        <a:bodyPr/>
        <a:lstStyle/>
        <a:p>
          <a:r>
            <a:rPr lang="es-MX" sz="1800" dirty="0"/>
            <a:t>El Eje Y: Representa los diferentes estados por los que pasa un objeto o los participantes implicados.</a:t>
          </a:r>
        </a:p>
      </dgm:t>
    </dgm:pt>
    <dgm:pt modelId="{47E8EEFB-7BD4-4F94-87C5-964F63CF13DE}" type="parTrans" cxnId="{66B1175E-51D4-4A36-B11C-42BAE1964663}">
      <dgm:prSet/>
      <dgm:spPr/>
      <dgm:t>
        <a:bodyPr/>
        <a:lstStyle/>
        <a:p>
          <a:endParaRPr lang="es-MX"/>
        </a:p>
      </dgm:t>
    </dgm:pt>
    <dgm:pt modelId="{92335446-740B-48DF-8F70-C59AEAA9924D}" type="sibTrans" cxnId="{66B1175E-51D4-4A36-B11C-42BAE1964663}">
      <dgm:prSet/>
      <dgm:spPr/>
      <dgm:t>
        <a:bodyPr/>
        <a:lstStyle/>
        <a:p>
          <a:endParaRPr lang="es-MX"/>
        </a:p>
      </dgm:t>
    </dgm:pt>
    <dgm:pt modelId="{A2500261-CC83-4924-8FB9-EDFC0E5CFAF7}" type="pres">
      <dgm:prSet presAssocID="{042BDD18-01A4-4927-9087-19A0782FA52B}" presName="linear" presStyleCnt="0">
        <dgm:presLayoutVars>
          <dgm:dir/>
          <dgm:animLvl val="lvl"/>
          <dgm:resizeHandles val="exact"/>
        </dgm:presLayoutVars>
      </dgm:prSet>
      <dgm:spPr/>
    </dgm:pt>
    <dgm:pt modelId="{C45BBD47-B2D9-451E-A619-71D799A87C93}" type="pres">
      <dgm:prSet presAssocID="{1879C34F-F05A-47AA-9BFD-3D29B337B8DE}" presName="parentLin" presStyleCnt="0"/>
      <dgm:spPr/>
    </dgm:pt>
    <dgm:pt modelId="{4CB07A75-4085-4B68-B66D-5FD65601A7EB}" type="pres">
      <dgm:prSet presAssocID="{1879C34F-F05A-47AA-9BFD-3D29B337B8DE}" presName="parentLeftMargin" presStyleLbl="node1" presStyleIdx="0" presStyleCnt="3"/>
      <dgm:spPr/>
    </dgm:pt>
    <dgm:pt modelId="{1B300A2C-F48A-4DB1-8AFC-22BE2366D9A7}" type="pres">
      <dgm:prSet presAssocID="{1879C34F-F05A-47AA-9BFD-3D29B337B8D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4AFF09-68AA-40C7-82D9-99511FA12D8B}" type="pres">
      <dgm:prSet presAssocID="{1879C34F-F05A-47AA-9BFD-3D29B337B8DE}" presName="negativeSpace" presStyleCnt="0"/>
      <dgm:spPr/>
    </dgm:pt>
    <dgm:pt modelId="{90012E17-0E18-4688-B39D-F1E227140CC9}" type="pres">
      <dgm:prSet presAssocID="{1879C34F-F05A-47AA-9BFD-3D29B337B8DE}" presName="childText" presStyleLbl="conFgAcc1" presStyleIdx="0" presStyleCnt="3">
        <dgm:presLayoutVars>
          <dgm:bulletEnabled val="1"/>
        </dgm:presLayoutVars>
      </dgm:prSet>
      <dgm:spPr/>
    </dgm:pt>
    <dgm:pt modelId="{364032C9-D78A-47E1-9D41-E48662BFB55F}" type="pres">
      <dgm:prSet presAssocID="{4CFFF10E-B6B7-4674-9299-15A3794F23FA}" presName="spaceBetweenRectangles" presStyleCnt="0"/>
      <dgm:spPr/>
    </dgm:pt>
    <dgm:pt modelId="{6B4C0342-CE10-4D2F-8CE0-418EF0972670}" type="pres">
      <dgm:prSet presAssocID="{23CFCDED-EF2F-4512-8740-1C6F8A04A1B0}" presName="parentLin" presStyleCnt="0"/>
      <dgm:spPr/>
    </dgm:pt>
    <dgm:pt modelId="{97742274-C82F-4310-9CC4-F68D456DF483}" type="pres">
      <dgm:prSet presAssocID="{23CFCDED-EF2F-4512-8740-1C6F8A04A1B0}" presName="parentLeftMargin" presStyleLbl="node1" presStyleIdx="0" presStyleCnt="3"/>
      <dgm:spPr/>
    </dgm:pt>
    <dgm:pt modelId="{BD60A27E-B3A7-413F-8CE9-1B4AB7576CA7}" type="pres">
      <dgm:prSet presAssocID="{23CFCDED-EF2F-4512-8740-1C6F8A04A1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56FEAA-669C-4DAB-BD0A-AC20AA64A1F7}" type="pres">
      <dgm:prSet presAssocID="{23CFCDED-EF2F-4512-8740-1C6F8A04A1B0}" presName="negativeSpace" presStyleCnt="0"/>
      <dgm:spPr/>
    </dgm:pt>
    <dgm:pt modelId="{7CE582D6-4BBA-4618-9B64-B0CAFBC26DBF}" type="pres">
      <dgm:prSet presAssocID="{23CFCDED-EF2F-4512-8740-1C6F8A04A1B0}" presName="childText" presStyleLbl="conFgAcc1" presStyleIdx="1" presStyleCnt="3">
        <dgm:presLayoutVars>
          <dgm:bulletEnabled val="1"/>
        </dgm:presLayoutVars>
      </dgm:prSet>
      <dgm:spPr/>
    </dgm:pt>
    <dgm:pt modelId="{DD13DB6F-738C-4243-BE0C-A5C1FFE58764}" type="pres">
      <dgm:prSet presAssocID="{68361779-B236-40C9-BE9A-EB490E19E108}" presName="spaceBetweenRectangles" presStyleCnt="0"/>
      <dgm:spPr/>
    </dgm:pt>
    <dgm:pt modelId="{A334126F-8BDB-4341-A069-C3A4EDB6FC6B}" type="pres">
      <dgm:prSet presAssocID="{8A577AA6-8199-425B-B68E-39C028313D00}" presName="parentLin" presStyleCnt="0"/>
      <dgm:spPr/>
    </dgm:pt>
    <dgm:pt modelId="{E8CEE65B-A965-4461-8FEB-015D283EAA75}" type="pres">
      <dgm:prSet presAssocID="{8A577AA6-8199-425B-B68E-39C028313D00}" presName="parentLeftMargin" presStyleLbl="node1" presStyleIdx="1" presStyleCnt="3"/>
      <dgm:spPr/>
    </dgm:pt>
    <dgm:pt modelId="{C14E7245-0946-490D-BC98-40E0E788121F}" type="pres">
      <dgm:prSet presAssocID="{8A577AA6-8199-425B-B68E-39C028313D0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41940DB-E075-4ED5-A6D3-F833420D9367}" type="pres">
      <dgm:prSet presAssocID="{8A577AA6-8199-425B-B68E-39C028313D00}" presName="negativeSpace" presStyleCnt="0"/>
      <dgm:spPr/>
    </dgm:pt>
    <dgm:pt modelId="{C1F27267-2AAA-49B0-8916-4BDC42E73E4A}" type="pres">
      <dgm:prSet presAssocID="{8A577AA6-8199-425B-B68E-39C028313D0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3444817-BF4D-4C67-95BE-3C1A1F983104}" srcId="{042BDD18-01A4-4927-9087-19A0782FA52B}" destId="{1879C34F-F05A-47AA-9BFD-3D29B337B8DE}" srcOrd="0" destOrd="0" parTransId="{89ACE784-0599-434E-A25A-B079ADC20B23}" sibTransId="{4CFFF10E-B6B7-4674-9299-15A3794F23FA}"/>
    <dgm:cxn modelId="{601C5F38-C4A7-480C-BF88-95878E8C9F65}" type="presOf" srcId="{23CFCDED-EF2F-4512-8740-1C6F8A04A1B0}" destId="{BD60A27E-B3A7-413F-8CE9-1B4AB7576CA7}" srcOrd="1" destOrd="0" presId="urn:microsoft.com/office/officeart/2005/8/layout/list1"/>
    <dgm:cxn modelId="{66B1175E-51D4-4A36-B11C-42BAE1964663}" srcId="{042BDD18-01A4-4927-9087-19A0782FA52B}" destId="{8A577AA6-8199-425B-B68E-39C028313D00}" srcOrd="2" destOrd="0" parTransId="{47E8EEFB-7BD4-4F94-87C5-964F63CF13DE}" sibTransId="{92335446-740B-48DF-8F70-C59AEAA9924D}"/>
    <dgm:cxn modelId="{2B5AC669-E047-4719-84C9-CC8B1AF82DD1}" type="presOf" srcId="{042BDD18-01A4-4927-9087-19A0782FA52B}" destId="{A2500261-CC83-4924-8FB9-EDFC0E5CFAF7}" srcOrd="0" destOrd="0" presId="urn:microsoft.com/office/officeart/2005/8/layout/list1"/>
    <dgm:cxn modelId="{2E23224B-09A5-4740-862B-B96AD086E6D1}" type="presOf" srcId="{8A577AA6-8199-425B-B68E-39C028313D00}" destId="{E8CEE65B-A965-4461-8FEB-015D283EAA75}" srcOrd="0" destOrd="0" presId="urn:microsoft.com/office/officeart/2005/8/layout/list1"/>
    <dgm:cxn modelId="{9246B44C-850D-4A07-B5C6-065582F28C0E}" type="presOf" srcId="{8A577AA6-8199-425B-B68E-39C028313D00}" destId="{C14E7245-0946-490D-BC98-40E0E788121F}" srcOrd="1" destOrd="0" presId="urn:microsoft.com/office/officeart/2005/8/layout/list1"/>
    <dgm:cxn modelId="{D318A3A6-227A-43AE-88C8-5AF34674E611}" type="presOf" srcId="{23CFCDED-EF2F-4512-8740-1C6F8A04A1B0}" destId="{97742274-C82F-4310-9CC4-F68D456DF483}" srcOrd="0" destOrd="0" presId="urn:microsoft.com/office/officeart/2005/8/layout/list1"/>
    <dgm:cxn modelId="{648AF8AB-8646-46F0-9602-FE2676B12538}" srcId="{042BDD18-01A4-4927-9087-19A0782FA52B}" destId="{23CFCDED-EF2F-4512-8740-1C6F8A04A1B0}" srcOrd="1" destOrd="0" parTransId="{6D015B83-7BB4-43FA-8244-B67A7AAA0771}" sibTransId="{68361779-B236-40C9-BE9A-EB490E19E108}"/>
    <dgm:cxn modelId="{206A52EE-F1C3-4C5D-86B3-8A2ACAA62F45}" type="presOf" srcId="{1879C34F-F05A-47AA-9BFD-3D29B337B8DE}" destId="{4CB07A75-4085-4B68-B66D-5FD65601A7EB}" srcOrd="0" destOrd="0" presId="urn:microsoft.com/office/officeart/2005/8/layout/list1"/>
    <dgm:cxn modelId="{039980F7-17A4-4432-8567-FA98261331AD}" type="presOf" srcId="{1879C34F-F05A-47AA-9BFD-3D29B337B8DE}" destId="{1B300A2C-F48A-4DB1-8AFC-22BE2366D9A7}" srcOrd="1" destOrd="0" presId="urn:microsoft.com/office/officeart/2005/8/layout/list1"/>
    <dgm:cxn modelId="{3B21D876-5F64-44B4-B376-B5618185E56E}" type="presParOf" srcId="{A2500261-CC83-4924-8FB9-EDFC0E5CFAF7}" destId="{C45BBD47-B2D9-451E-A619-71D799A87C93}" srcOrd="0" destOrd="0" presId="urn:microsoft.com/office/officeart/2005/8/layout/list1"/>
    <dgm:cxn modelId="{12FD9627-1B7F-41E2-B3A7-91DCBBC15A77}" type="presParOf" srcId="{C45BBD47-B2D9-451E-A619-71D799A87C93}" destId="{4CB07A75-4085-4B68-B66D-5FD65601A7EB}" srcOrd="0" destOrd="0" presId="urn:microsoft.com/office/officeart/2005/8/layout/list1"/>
    <dgm:cxn modelId="{89849023-DEA6-4EF0-B99F-45CB3EDE2931}" type="presParOf" srcId="{C45BBD47-B2D9-451E-A619-71D799A87C93}" destId="{1B300A2C-F48A-4DB1-8AFC-22BE2366D9A7}" srcOrd="1" destOrd="0" presId="urn:microsoft.com/office/officeart/2005/8/layout/list1"/>
    <dgm:cxn modelId="{3139703D-A92D-4993-BB84-F26043CBA743}" type="presParOf" srcId="{A2500261-CC83-4924-8FB9-EDFC0E5CFAF7}" destId="{DF4AFF09-68AA-40C7-82D9-99511FA12D8B}" srcOrd="1" destOrd="0" presId="urn:microsoft.com/office/officeart/2005/8/layout/list1"/>
    <dgm:cxn modelId="{E7FBF5C5-746F-40BA-BAFF-B975F869482D}" type="presParOf" srcId="{A2500261-CC83-4924-8FB9-EDFC0E5CFAF7}" destId="{90012E17-0E18-4688-B39D-F1E227140CC9}" srcOrd="2" destOrd="0" presId="urn:microsoft.com/office/officeart/2005/8/layout/list1"/>
    <dgm:cxn modelId="{E81C21D3-7831-4315-BB20-920DCE50EC03}" type="presParOf" srcId="{A2500261-CC83-4924-8FB9-EDFC0E5CFAF7}" destId="{364032C9-D78A-47E1-9D41-E48662BFB55F}" srcOrd="3" destOrd="0" presId="urn:microsoft.com/office/officeart/2005/8/layout/list1"/>
    <dgm:cxn modelId="{313F34EC-22B8-470E-9221-867C338E74BD}" type="presParOf" srcId="{A2500261-CC83-4924-8FB9-EDFC0E5CFAF7}" destId="{6B4C0342-CE10-4D2F-8CE0-418EF0972670}" srcOrd="4" destOrd="0" presId="urn:microsoft.com/office/officeart/2005/8/layout/list1"/>
    <dgm:cxn modelId="{6BFDD6DD-CEA3-47B9-85D2-24447C70A999}" type="presParOf" srcId="{6B4C0342-CE10-4D2F-8CE0-418EF0972670}" destId="{97742274-C82F-4310-9CC4-F68D456DF483}" srcOrd="0" destOrd="0" presId="urn:microsoft.com/office/officeart/2005/8/layout/list1"/>
    <dgm:cxn modelId="{1105EC4D-BD03-4DD9-86AE-FB0667DFB750}" type="presParOf" srcId="{6B4C0342-CE10-4D2F-8CE0-418EF0972670}" destId="{BD60A27E-B3A7-413F-8CE9-1B4AB7576CA7}" srcOrd="1" destOrd="0" presId="urn:microsoft.com/office/officeart/2005/8/layout/list1"/>
    <dgm:cxn modelId="{B0F9809C-4169-48A6-AB2D-F5BEB4D06E2F}" type="presParOf" srcId="{A2500261-CC83-4924-8FB9-EDFC0E5CFAF7}" destId="{8C56FEAA-669C-4DAB-BD0A-AC20AA64A1F7}" srcOrd="5" destOrd="0" presId="urn:microsoft.com/office/officeart/2005/8/layout/list1"/>
    <dgm:cxn modelId="{6B1C36AB-6A08-40B5-BBDF-249993CB823C}" type="presParOf" srcId="{A2500261-CC83-4924-8FB9-EDFC0E5CFAF7}" destId="{7CE582D6-4BBA-4618-9B64-B0CAFBC26DBF}" srcOrd="6" destOrd="0" presId="urn:microsoft.com/office/officeart/2005/8/layout/list1"/>
    <dgm:cxn modelId="{3A2A79A4-5F2A-4BD8-A642-BF6A25EC512F}" type="presParOf" srcId="{A2500261-CC83-4924-8FB9-EDFC0E5CFAF7}" destId="{DD13DB6F-738C-4243-BE0C-A5C1FFE58764}" srcOrd="7" destOrd="0" presId="urn:microsoft.com/office/officeart/2005/8/layout/list1"/>
    <dgm:cxn modelId="{011B170A-7181-4B89-A9B7-3AE29C67A910}" type="presParOf" srcId="{A2500261-CC83-4924-8FB9-EDFC0E5CFAF7}" destId="{A334126F-8BDB-4341-A069-C3A4EDB6FC6B}" srcOrd="8" destOrd="0" presId="urn:microsoft.com/office/officeart/2005/8/layout/list1"/>
    <dgm:cxn modelId="{03BDE789-5D08-4D3C-A9F0-D033F0C27DBB}" type="presParOf" srcId="{A334126F-8BDB-4341-A069-C3A4EDB6FC6B}" destId="{E8CEE65B-A965-4461-8FEB-015D283EAA75}" srcOrd="0" destOrd="0" presId="urn:microsoft.com/office/officeart/2005/8/layout/list1"/>
    <dgm:cxn modelId="{6CCEC9B4-4561-4CEC-9BA8-7D84FDEBA306}" type="presParOf" srcId="{A334126F-8BDB-4341-A069-C3A4EDB6FC6B}" destId="{C14E7245-0946-490D-BC98-40E0E788121F}" srcOrd="1" destOrd="0" presId="urn:microsoft.com/office/officeart/2005/8/layout/list1"/>
    <dgm:cxn modelId="{8EFA3D3F-AA7E-4EB6-AF3F-6FBBE60161DC}" type="presParOf" srcId="{A2500261-CC83-4924-8FB9-EDFC0E5CFAF7}" destId="{441940DB-E075-4ED5-A6D3-F833420D9367}" srcOrd="9" destOrd="0" presId="urn:microsoft.com/office/officeart/2005/8/layout/list1"/>
    <dgm:cxn modelId="{E37D240D-2172-4804-98CA-789B93363E5A}" type="presParOf" srcId="{A2500261-CC83-4924-8FB9-EDFC0E5CFAF7}" destId="{C1F27267-2AAA-49B0-8916-4BDC42E73E4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8CC152-83CA-4EA4-A1D1-EFD8C181E317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C2D68890-9FF0-4372-A02E-DD2B1039ACCB}">
      <dgm:prSet phldrT="[Texto]"/>
      <dgm:spPr/>
      <dgm:t>
        <a:bodyPr/>
        <a:lstStyle/>
        <a:p>
          <a:r>
            <a:rPr lang="es-MX" dirty="0"/>
            <a:t>Sistemas Embebidos y Hardware: (Ej. Frenos ABS de un auto, marcapasos, robótica).</a:t>
          </a:r>
        </a:p>
      </dgm:t>
    </dgm:pt>
    <dgm:pt modelId="{ACE1A712-7C13-433B-8268-849764F991DC}" type="parTrans" cxnId="{ED21F44E-24F6-43B6-AF21-645DB3A29270}">
      <dgm:prSet/>
      <dgm:spPr/>
      <dgm:t>
        <a:bodyPr/>
        <a:lstStyle/>
        <a:p>
          <a:endParaRPr lang="es-MX"/>
        </a:p>
      </dgm:t>
    </dgm:pt>
    <dgm:pt modelId="{47695914-9807-4D87-9625-18DE4AADC4D2}" type="sibTrans" cxnId="{ED21F44E-24F6-43B6-AF21-645DB3A29270}">
      <dgm:prSet/>
      <dgm:spPr/>
      <dgm:t>
        <a:bodyPr/>
        <a:lstStyle/>
        <a:p>
          <a:endParaRPr lang="es-MX"/>
        </a:p>
      </dgm:t>
    </dgm:pt>
    <dgm:pt modelId="{8F58C4BF-6FA5-40D2-BD27-312540AEBDBA}">
      <dgm:prSet phldrT="[Texto]"/>
      <dgm:spPr/>
      <dgm:t>
        <a:bodyPr/>
        <a:lstStyle/>
        <a:p>
          <a:r>
            <a:rPr lang="es-MX" dirty="0"/>
            <a:t>Acuerdos de Nivel de Servicio (SLA): Modelar penalizaciones si un servidor no responde a tiempo.</a:t>
          </a:r>
        </a:p>
      </dgm:t>
    </dgm:pt>
    <dgm:pt modelId="{33B99754-96DD-4CDD-AA39-CBAA12506A30}" type="parTrans" cxnId="{D9FD16B1-615D-47F0-B07C-4D011841C52D}">
      <dgm:prSet/>
      <dgm:spPr/>
      <dgm:t>
        <a:bodyPr/>
        <a:lstStyle/>
        <a:p>
          <a:endParaRPr lang="es-MX"/>
        </a:p>
      </dgm:t>
    </dgm:pt>
    <dgm:pt modelId="{5F4D8F3A-0F63-4089-8C0A-2E2F316F92BE}" type="sibTrans" cxnId="{D9FD16B1-615D-47F0-B07C-4D011841C52D}">
      <dgm:prSet/>
      <dgm:spPr/>
      <dgm:t>
        <a:bodyPr/>
        <a:lstStyle/>
        <a:p>
          <a:endParaRPr lang="es-MX"/>
        </a:p>
      </dgm:t>
    </dgm:pt>
    <dgm:pt modelId="{359F6C02-54F7-49F6-BB8E-BD9F7440EC3B}">
      <dgm:prSet phldrT="[Texto]"/>
      <dgm:spPr/>
      <dgm:t>
        <a:bodyPr/>
        <a:lstStyle/>
        <a:p>
          <a:r>
            <a:rPr lang="es-MX" dirty="0"/>
            <a:t>Reglas de Negocio con Caducidad: (Ej. Tiempos límite para pagar una reserva, expiración de tokens de seguridad).</a:t>
          </a:r>
        </a:p>
      </dgm:t>
    </dgm:pt>
    <dgm:pt modelId="{D5D4043D-A05E-4F47-B711-CD5041EA6F1A}" type="parTrans" cxnId="{DF9BF06E-C55E-4E8B-825A-289FEB74171E}">
      <dgm:prSet/>
      <dgm:spPr/>
      <dgm:t>
        <a:bodyPr/>
        <a:lstStyle/>
        <a:p>
          <a:endParaRPr lang="es-MX"/>
        </a:p>
      </dgm:t>
    </dgm:pt>
    <dgm:pt modelId="{D55BFF30-3CFA-416C-813B-C7ECFE5514D5}" type="sibTrans" cxnId="{DF9BF06E-C55E-4E8B-825A-289FEB74171E}">
      <dgm:prSet/>
      <dgm:spPr/>
      <dgm:t>
        <a:bodyPr/>
        <a:lstStyle/>
        <a:p>
          <a:endParaRPr lang="es-MX"/>
        </a:p>
      </dgm:t>
    </dgm:pt>
    <dgm:pt modelId="{7DC1FE51-81C9-40F3-B264-10E38965BBC7}">
      <dgm:prSet/>
      <dgm:spPr/>
      <dgm:t>
        <a:bodyPr/>
        <a:lstStyle/>
        <a:p>
          <a:r>
            <a:rPr lang="es-MX"/>
            <a:t>Sincronización de Procesos: Mostrar qué procesos deben esperar a otros (Timeouts).</a:t>
          </a:r>
        </a:p>
      </dgm:t>
    </dgm:pt>
    <dgm:pt modelId="{11A74F8A-F0A3-48D5-9B8F-BA9FA9550C41}" type="parTrans" cxnId="{44D92E21-B509-422C-B56C-8BC452FDEA87}">
      <dgm:prSet/>
      <dgm:spPr/>
      <dgm:t>
        <a:bodyPr/>
        <a:lstStyle/>
        <a:p>
          <a:endParaRPr lang="es-MX"/>
        </a:p>
      </dgm:t>
    </dgm:pt>
    <dgm:pt modelId="{647E74F4-F42F-414F-83B4-E785BA1677BB}" type="sibTrans" cxnId="{44D92E21-B509-422C-B56C-8BC452FDEA87}">
      <dgm:prSet/>
      <dgm:spPr/>
      <dgm:t>
        <a:bodyPr/>
        <a:lstStyle/>
        <a:p>
          <a:endParaRPr lang="es-MX"/>
        </a:p>
      </dgm:t>
    </dgm:pt>
    <dgm:pt modelId="{1630C69F-1C86-4ED2-8B49-41E9C359B4CA}" type="pres">
      <dgm:prSet presAssocID="{168CC152-83CA-4EA4-A1D1-EFD8C181E317}" presName="Name0" presStyleCnt="0">
        <dgm:presLayoutVars>
          <dgm:chMax val="7"/>
          <dgm:chPref val="7"/>
          <dgm:dir/>
        </dgm:presLayoutVars>
      </dgm:prSet>
      <dgm:spPr/>
    </dgm:pt>
    <dgm:pt modelId="{2AD9DF22-0BB2-40C9-90E8-7F70323B9607}" type="pres">
      <dgm:prSet presAssocID="{168CC152-83CA-4EA4-A1D1-EFD8C181E317}" presName="Name1" presStyleCnt="0"/>
      <dgm:spPr/>
    </dgm:pt>
    <dgm:pt modelId="{768900FA-CDF3-454E-B578-23A35FADA3F0}" type="pres">
      <dgm:prSet presAssocID="{168CC152-83CA-4EA4-A1D1-EFD8C181E317}" presName="cycle" presStyleCnt="0"/>
      <dgm:spPr/>
    </dgm:pt>
    <dgm:pt modelId="{5F48CC62-33B0-4615-9966-31BAAF680CE5}" type="pres">
      <dgm:prSet presAssocID="{168CC152-83CA-4EA4-A1D1-EFD8C181E317}" presName="srcNode" presStyleLbl="node1" presStyleIdx="0" presStyleCnt="4"/>
      <dgm:spPr/>
    </dgm:pt>
    <dgm:pt modelId="{79BF90EE-EF00-4F5A-BBEA-4D9953EBBEBF}" type="pres">
      <dgm:prSet presAssocID="{168CC152-83CA-4EA4-A1D1-EFD8C181E317}" presName="conn" presStyleLbl="parChTrans1D2" presStyleIdx="0" presStyleCnt="1"/>
      <dgm:spPr/>
    </dgm:pt>
    <dgm:pt modelId="{CECCB488-346F-4A9E-B81E-7F48EDA079AB}" type="pres">
      <dgm:prSet presAssocID="{168CC152-83CA-4EA4-A1D1-EFD8C181E317}" presName="extraNode" presStyleLbl="node1" presStyleIdx="0" presStyleCnt="4"/>
      <dgm:spPr/>
    </dgm:pt>
    <dgm:pt modelId="{2ECDD083-0DE4-4B3B-8EC8-51D41E7B71F5}" type="pres">
      <dgm:prSet presAssocID="{168CC152-83CA-4EA4-A1D1-EFD8C181E317}" presName="dstNode" presStyleLbl="node1" presStyleIdx="0" presStyleCnt="4"/>
      <dgm:spPr/>
    </dgm:pt>
    <dgm:pt modelId="{09B7263B-21DF-494A-9F2E-3E8643C0A880}" type="pres">
      <dgm:prSet presAssocID="{C2D68890-9FF0-4372-A02E-DD2B1039ACCB}" presName="text_1" presStyleLbl="node1" presStyleIdx="0" presStyleCnt="4">
        <dgm:presLayoutVars>
          <dgm:bulletEnabled val="1"/>
        </dgm:presLayoutVars>
      </dgm:prSet>
      <dgm:spPr/>
    </dgm:pt>
    <dgm:pt modelId="{DDF10936-2A8D-42CC-B572-3F3719779485}" type="pres">
      <dgm:prSet presAssocID="{C2D68890-9FF0-4372-A02E-DD2B1039ACCB}" presName="accent_1" presStyleCnt="0"/>
      <dgm:spPr/>
    </dgm:pt>
    <dgm:pt modelId="{421DED4A-FF1D-4BFB-AD1B-2E2676CD24B9}" type="pres">
      <dgm:prSet presAssocID="{C2D68890-9FF0-4372-A02E-DD2B1039ACCB}" presName="accentRepeatNode" presStyleLbl="solidFgAcc1" presStyleIdx="0" presStyleCnt="4"/>
      <dgm:spPr/>
    </dgm:pt>
    <dgm:pt modelId="{C9667A83-F856-4EBB-A5A3-C21EB2624816}" type="pres">
      <dgm:prSet presAssocID="{8F58C4BF-6FA5-40D2-BD27-312540AEBDBA}" presName="text_2" presStyleLbl="node1" presStyleIdx="1" presStyleCnt="4">
        <dgm:presLayoutVars>
          <dgm:bulletEnabled val="1"/>
        </dgm:presLayoutVars>
      </dgm:prSet>
      <dgm:spPr/>
    </dgm:pt>
    <dgm:pt modelId="{240CE721-4E68-438A-8BF4-EB567D655145}" type="pres">
      <dgm:prSet presAssocID="{8F58C4BF-6FA5-40D2-BD27-312540AEBDBA}" presName="accent_2" presStyleCnt="0"/>
      <dgm:spPr/>
    </dgm:pt>
    <dgm:pt modelId="{736D5882-F090-4321-A885-E9057F669132}" type="pres">
      <dgm:prSet presAssocID="{8F58C4BF-6FA5-40D2-BD27-312540AEBDBA}" presName="accentRepeatNode" presStyleLbl="solidFgAcc1" presStyleIdx="1" presStyleCnt="4"/>
      <dgm:spPr/>
    </dgm:pt>
    <dgm:pt modelId="{C4267963-7D66-4A1D-8781-5DD943D187C3}" type="pres">
      <dgm:prSet presAssocID="{359F6C02-54F7-49F6-BB8E-BD9F7440EC3B}" presName="text_3" presStyleLbl="node1" presStyleIdx="2" presStyleCnt="4">
        <dgm:presLayoutVars>
          <dgm:bulletEnabled val="1"/>
        </dgm:presLayoutVars>
      </dgm:prSet>
      <dgm:spPr/>
    </dgm:pt>
    <dgm:pt modelId="{E8134300-65E3-459B-ABA7-A81D6FC53637}" type="pres">
      <dgm:prSet presAssocID="{359F6C02-54F7-49F6-BB8E-BD9F7440EC3B}" presName="accent_3" presStyleCnt="0"/>
      <dgm:spPr/>
    </dgm:pt>
    <dgm:pt modelId="{73A67530-B7CA-4CE5-ACF9-A8905A43B988}" type="pres">
      <dgm:prSet presAssocID="{359F6C02-54F7-49F6-BB8E-BD9F7440EC3B}" presName="accentRepeatNode" presStyleLbl="solidFgAcc1" presStyleIdx="2" presStyleCnt="4"/>
      <dgm:spPr/>
    </dgm:pt>
    <dgm:pt modelId="{20F995E6-7098-4F3D-A27C-2E03D4049268}" type="pres">
      <dgm:prSet presAssocID="{7DC1FE51-81C9-40F3-B264-10E38965BBC7}" presName="text_4" presStyleLbl="node1" presStyleIdx="3" presStyleCnt="4">
        <dgm:presLayoutVars>
          <dgm:bulletEnabled val="1"/>
        </dgm:presLayoutVars>
      </dgm:prSet>
      <dgm:spPr/>
    </dgm:pt>
    <dgm:pt modelId="{DD85F3C4-38EE-4392-9278-3840B63939FE}" type="pres">
      <dgm:prSet presAssocID="{7DC1FE51-81C9-40F3-B264-10E38965BBC7}" presName="accent_4" presStyleCnt="0"/>
      <dgm:spPr/>
    </dgm:pt>
    <dgm:pt modelId="{882CF69A-396C-4C95-9955-28C448D9CFD5}" type="pres">
      <dgm:prSet presAssocID="{7DC1FE51-81C9-40F3-B264-10E38965BBC7}" presName="accentRepeatNode" presStyleLbl="solidFgAcc1" presStyleIdx="3" presStyleCnt="4"/>
      <dgm:spPr/>
    </dgm:pt>
  </dgm:ptLst>
  <dgm:cxnLst>
    <dgm:cxn modelId="{44D92E21-B509-422C-B56C-8BC452FDEA87}" srcId="{168CC152-83CA-4EA4-A1D1-EFD8C181E317}" destId="{7DC1FE51-81C9-40F3-B264-10E38965BBC7}" srcOrd="3" destOrd="0" parTransId="{11A74F8A-F0A3-48D5-9B8F-BA9FA9550C41}" sibTransId="{647E74F4-F42F-414F-83B4-E785BA1677BB}"/>
    <dgm:cxn modelId="{BC597463-747B-4B94-ABBF-751981F7CF09}" type="presOf" srcId="{47695914-9807-4D87-9625-18DE4AADC4D2}" destId="{79BF90EE-EF00-4F5A-BBEA-4D9953EBBEBF}" srcOrd="0" destOrd="0" presId="urn:microsoft.com/office/officeart/2008/layout/VerticalCurvedList"/>
    <dgm:cxn modelId="{DF9BF06E-C55E-4E8B-825A-289FEB74171E}" srcId="{168CC152-83CA-4EA4-A1D1-EFD8C181E317}" destId="{359F6C02-54F7-49F6-BB8E-BD9F7440EC3B}" srcOrd="2" destOrd="0" parTransId="{D5D4043D-A05E-4F47-B711-CD5041EA6F1A}" sibTransId="{D55BFF30-3CFA-416C-813B-C7ECFE5514D5}"/>
    <dgm:cxn modelId="{ED21F44E-24F6-43B6-AF21-645DB3A29270}" srcId="{168CC152-83CA-4EA4-A1D1-EFD8C181E317}" destId="{C2D68890-9FF0-4372-A02E-DD2B1039ACCB}" srcOrd="0" destOrd="0" parTransId="{ACE1A712-7C13-433B-8268-849764F991DC}" sibTransId="{47695914-9807-4D87-9625-18DE4AADC4D2}"/>
    <dgm:cxn modelId="{7BE83174-4D87-422C-8800-1BDCF45003EF}" type="presOf" srcId="{8F58C4BF-6FA5-40D2-BD27-312540AEBDBA}" destId="{C9667A83-F856-4EBB-A5A3-C21EB2624816}" srcOrd="0" destOrd="0" presId="urn:microsoft.com/office/officeart/2008/layout/VerticalCurvedList"/>
    <dgm:cxn modelId="{49FB8D58-A2A5-4313-88E6-56CCE37C146A}" type="presOf" srcId="{C2D68890-9FF0-4372-A02E-DD2B1039ACCB}" destId="{09B7263B-21DF-494A-9F2E-3E8643C0A880}" srcOrd="0" destOrd="0" presId="urn:microsoft.com/office/officeart/2008/layout/VerticalCurvedList"/>
    <dgm:cxn modelId="{1D69F2A5-AB50-4C9B-9C9E-D54B644FAB0E}" type="presOf" srcId="{359F6C02-54F7-49F6-BB8E-BD9F7440EC3B}" destId="{C4267963-7D66-4A1D-8781-5DD943D187C3}" srcOrd="0" destOrd="0" presId="urn:microsoft.com/office/officeart/2008/layout/VerticalCurvedList"/>
    <dgm:cxn modelId="{D9FD16B1-615D-47F0-B07C-4D011841C52D}" srcId="{168CC152-83CA-4EA4-A1D1-EFD8C181E317}" destId="{8F58C4BF-6FA5-40D2-BD27-312540AEBDBA}" srcOrd="1" destOrd="0" parTransId="{33B99754-96DD-4CDD-AA39-CBAA12506A30}" sibTransId="{5F4D8F3A-0F63-4089-8C0A-2E2F316F92BE}"/>
    <dgm:cxn modelId="{C3A111BE-152C-4BA2-965E-054653D323E0}" type="presOf" srcId="{7DC1FE51-81C9-40F3-B264-10E38965BBC7}" destId="{20F995E6-7098-4F3D-A27C-2E03D4049268}" srcOrd="0" destOrd="0" presId="urn:microsoft.com/office/officeart/2008/layout/VerticalCurvedList"/>
    <dgm:cxn modelId="{A8957DC4-F75D-4CBF-AEA7-9B060BA31905}" type="presOf" srcId="{168CC152-83CA-4EA4-A1D1-EFD8C181E317}" destId="{1630C69F-1C86-4ED2-8B49-41E9C359B4CA}" srcOrd="0" destOrd="0" presId="urn:microsoft.com/office/officeart/2008/layout/VerticalCurvedList"/>
    <dgm:cxn modelId="{8A9F187C-F885-4DDA-AD9A-84233845C438}" type="presParOf" srcId="{1630C69F-1C86-4ED2-8B49-41E9C359B4CA}" destId="{2AD9DF22-0BB2-40C9-90E8-7F70323B9607}" srcOrd="0" destOrd="0" presId="urn:microsoft.com/office/officeart/2008/layout/VerticalCurvedList"/>
    <dgm:cxn modelId="{43C845D8-F59A-44BA-8C49-3904A36D8603}" type="presParOf" srcId="{2AD9DF22-0BB2-40C9-90E8-7F70323B9607}" destId="{768900FA-CDF3-454E-B578-23A35FADA3F0}" srcOrd="0" destOrd="0" presId="urn:microsoft.com/office/officeart/2008/layout/VerticalCurvedList"/>
    <dgm:cxn modelId="{9948C3BC-6CA4-4667-A5A4-68826A380989}" type="presParOf" srcId="{768900FA-CDF3-454E-B578-23A35FADA3F0}" destId="{5F48CC62-33B0-4615-9966-31BAAF680CE5}" srcOrd="0" destOrd="0" presId="urn:microsoft.com/office/officeart/2008/layout/VerticalCurvedList"/>
    <dgm:cxn modelId="{8080ACA3-B7A7-449A-A388-A231A01172D2}" type="presParOf" srcId="{768900FA-CDF3-454E-B578-23A35FADA3F0}" destId="{79BF90EE-EF00-4F5A-BBEA-4D9953EBBEBF}" srcOrd="1" destOrd="0" presId="urn:microsoft.com/office/officeart/2008/layout/VerticalCurvedList"/>
    <dgm:cxn modelId="{6718B1E0-9084-4834-8ABF-2C00A07DB64C}" type="presParOf" srcId="{768900FA-CDF3-454E-B578-23A35FADA3F0}" destId="{CECCB488-346F-4A9E-B81E-7F48EDA079AB}" srcOrd="2" destOrd="0" presId="urn:microsoft.com/office/officeart/2008/layout/VerticalCurvedList"/>
    <dgm:cxn modelId="{99433497-F0F7-4C50-BBC4-9F3A0BB24937}" type="presParOf" srcId="{768900FA-CDF3-454E-B578-23A35FADA3F0}" destId="{2ECDD083-0DE4-4B3B-8EC8-51D41E7B71F5}" srcOrd="3" destOrd="0" presId="urn:microsoft.com/office/officeart/2008/layout/VerticalCurvedList"/>
    <dgm:cxn modelId="{F07774B8-C833-4D08-8C90-C5FBA4C1B92E}" type="presParOf" srcId="{2AD9DF22-0BB2-40C9-90E8-7F70323B9607}" destId="{09B7263B-21DF-494A-9F2E-3E8643C0A880}" srcOrd="1" destOrd="0" presId="urn:microsoft.com/office/officeart/2008/layout/VerticalCurvedList"/>
    <dgm:cxn modelId="{8318573A-3E77-4045-A77E-860BA8F01052}" type="presParOf" srcId="{2AD9DF22-0BB2-40C9-90E8-7F70323B9607}" destId="{DDF10936-2A8D-42CC-B572-3F3719779485}" srcOrd="2" destOrd="0" presId="urn:microsoft.com/office/officeart/2008/layout/VerticalCurvedList"/>
    <dgm:cxn modelId="{9C8C404D-16E8-44A3-A57B-00D3F7EA8B33}" type="presParOf" srcId="{DDF10936-2A8D-42CC-B572-3F3719779485}" destId="{421DED4A-FF1D-4BFB-AD1B-2E2676CD24B9}" srcOrd="0" destOrd="0" presId="urn:microsoft.com/office/officeart/2008/layout/VerticalCurvedList"/>
    <dgm:cxn modelId="{61D5D394-2F53-499F-80DF-8C4770CCA805}" type="presParOf" srcId="{2AD9DF22-0BB2-40C9-90E8-7F70323B9607}" destId="{C9667A83-F856-4EBB-A5A3-C21EB2624816}" srcOrd="3" destOrd="0" presId="urn:microsoft.com/office/officeart/2008/layout/VerticalCurvedList"/>
    <dgm:cxn modelId="{ED5EF73D-F102-48E6-B738-A76F3E3A951C}" type="presParOf" srcId="{2AD9DF22-0BB2-40C9-90E8-7F70323B9607}" destId="{240CE721-4E68-438A-8BF4-EB567D655145}" srcOrd="4" destOrd="0" presId="urn:microsoft.com/office/officeart/2008/layout/VerticalCurvedList"/>
    <dgm:cxn modelId="{8941152D-C374-4653-840A-E3464006528C}" type="presParOf" srcId="{240CE721-4E68-438A-8BF4-EB567D655145}" destId="{736D5882-F090-4321-A885-E9057F669132}" srcOrd="0" destOrd="0" presId="urn:microsoft.com/office/officeart/2008/layout/VerticalCurvedList"/>
    <dgm:cxn modelId="{C84D27EC-7052-4864-9060-58E90E498471}" type="presParOf" srcId="{2AD9DF22-0BB2-40C9-90E8-7F70323B9607}" destId="{C4267963-7D66-4A1D-8781-5DD943D187C3}" srcOrd="5" destOrd="0" presId="urn:microsoft.com/office/officeart/2008/layout/VerticalCurvedList"/>
    <dgm:cxn modelId="{EC6540E6-857A-47D2-8F16-A9071337192B}" type="presParOf" srcId="{2AD9DF22-0BB2-40C9-90E8-7F70323B9607}" destId="{E8134300-65E3-459B-ABA7-A81D6FC53637}" srcOrd="6" destOrd="0" presId="urn:microsoft.com/office/officeart/2008/layout/VerticalCurvedList"/>
    <dgm:cxn modelId="{8D33439C-299C-4F2D-8B8C-511A3A32706B}" type="presParOf" srcId="{E8134300-65E3-459B-ABA7-A81D6FC53637}" destId="{73A67530-B7CA-4CE5-ACF9-A8905A43B988}" srcOrd="0" destOrd="0" presId="urn:microsoft.com/office/officeart/2008/layout/VerticalCurvedList"/>
    <dgm:cxn modelId="{CA017C50-57A7-4B81-8746-2303ECB5F8EB}" type="presParOf" srcId="{2AD9DF22-0BB2-40C9-90E8-7F70323B9607}" destId="{20F995E6-7098-4F3D-A27C-2E03D4049268}" srcOrd="7" destOrd="0" presId="urn:microsoft.com/office/officeart/2008/layout/VerticalCurvedList"/>
    <dgm:cxn modelId="{01C0DD7B-8087-46E8-9387-B9542992B4C6}" type="presParOf" srcId="{2AD9DF22-0BB2-40C9-90E8-7F70323B9607}" destId="{DD85F3C4-38EE-4392-9278-3840B63939FE}" srcOrd="8" destOrd="0" presId="urn:microsoft.com/office/officeart/2008/layout/VerticalCurvedList"/>
    <dgm:cxn modelId="{82FC1D66-D7EF-4C8B-B564-95B3D9903D04}" type="presParOf" srcId="{DD85F3C4-38EE-4392-9278-3840B63939FE}" destId="{882CF69A-396C-4C95-9955-28C448D9CFD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8CC152-83CA-4EA4-A1D1-EFD8C181E317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C2D68890-9FF0-4372-A02E-DD2B1039ACCB}">
      <dgm:prSet phldrT="[Texto]" custT="1"/>
      <dgm:spPr/>
      <dgm:t>
        <a:bodyPr/>
        <a:lstStyle/>
        <a:p>
          <a:r>
            <a:rPr lang="es-MX" sz="1600" dirty="0"/>
            <a:t>Línea de Vida (</a:t>
          </a:r>
          <a:r>
            <a:rPr lang="es-MX" sz="1600" dirty="0" err="1"/>
            <a:t>Lifeline</a:t>
          </a:r>
          <a:r>
            <a:rPr lang="es-MX" sz="1600" dirty="0"/>
            <a:t>): El objeto o participante que estamos evaluando.</a:t>
          </a:r>
        </a:p>
      </dgm:t>
    </dgm:pt>
    <dgm:pt modelId="{ACE1A712-7C13-433B-8268-849764F991DC}" type="parTrans" cxnId="{ED21F44E-24F6-43B6-AF21-645DB3A29270}">
      <dgm:prSet/>
      <dgm:spPr/>
      <dgm:t>
        <a:bodyPr/>
        <a:lstStyle/>
        <a:p>
          <a:endParaRPr lang="es-MX"/>
        </a:p>
      </dgm:t>
    </dgm:pt>
    <dgm:pt modelId="{47695914-9807-4D87-9625-18DE4AADC4D2}" type="sibTrans" cxnId="{ED21F44E-24F6-43B6-AF21-645DB3A29270}">
      <dgm:prSet/>
      <dgm:spPr/>
      <dgm:t>
        <a:bodyPr/>
        <a:lstStyle/>
        <a:p>
          <a:endParaRPr lang="es-MX"/>
        </a:p>
      </dgm:t>
    </dgm:pt>
    <dgm:pt modelId="{8F58C4BF-6FA5-40D2-BD27-312540AEBDBA}">
      <dgm:prSet phldrT="[Texto]" custT="1"/>
      <dgm:spPr/>
      <dgm:t>
        <a:bodyPr/>
        <a:lstStyle/>
        <a:p>
          <a:r>
            <a:rPr lang="es-MX" sz="1600" dirty="0"/>
            <a:t>Estados / Condiciones: Los valores que el objeto puede tomar (Ej. Inactivo, Pendiente, Procesando).</a:t>
          </a:r>
        </a:p>
      </dgm:t>
    </dgm:pt>
    <dgm:pt modelId="{33B99754-96DD-4CDD-AA39-CBAA12506A30}" type="parTrans" cxnId="{D9FD16B1-615D-47F0-B07C-4D011841C52D}">
      <dgm:prSet/>
      <dgm:spPr/>
      <dgm:t>
        <a:bodyPr/>
        <a:lstStyle/>
        <a:p>
          <a:endParaRPr lang="es-MX"/>
        </a:p>
      </dgm:t>
    </dgm:pt>
    <dgm:pt modelId="{5F4D8F3A-0F63-4089-8C0A-2E2F316F92BE}" type="sibTrans" cxnId="{D9FD16B1-615D-47F0-B07C-4D011841C52D}">
      <dgm:prSet/>
      <dgm:spPr/>
      <dgm:t>
        <a:bodyPr/>
        <a:lstStyle/>
        <a:p>
          <a:endParaRPr lang="es-MX"/>
        </a:p>
      </dgm:t>
    </dgm:pt>
    <dgm:pt modelId="{359F6C02-54F7-49F6-BB8E-BD9F7440EC3B}">
      <dgm:prSet phldrT="[Texto]" custT="1"/>
      <dgm:spPr/>
      <dgm:t>
        <a:bodyPr/>
        <a:lstStyle/>
        <a:p>
          <a:endParaRPr lang="es-MX" sz="1600" dirty="0"/>
        </a:p>
        <a:p>
          <a:r>
            <a:rPr lang="es-MX" sz="1600" dirty="0"/>
            <a:t>Escala de Tiempo: El cronómetro del sistema (medido en T=0, T=1, etc.).</a:t>
          </a:r>
        </a:p>
      </dgm:t>
    </dgm:pt>
    <dgm:pt modelId="{D5D4043D-A05E-4F47-B711-CD5041EA6F1A}" type="parTrans" cxnId="{DF9BF06E-C55E-4E8B-825A-289FEB74171E}">
      <dgm:prSet/>
      <dgm:spPr/>
      <dgm:t>
        <a:bodyPr/>
        <a:lstStyle/>
        <a:p>
          <a:endParaRPr lang="es-MX"/>
        </a:p>
      </dgm:t>
    </dgm:pt>
    <dgm:pt modelId="{D55BFF30-3CFA-416C-813B-C7ECFE5514D5}" type="sibTrans" cxnId="{DF9BF06E-C55E-4E8B-825A-289FEB74171E}">
      <dgm:prSet/>
      <dgm:spPr/>
      <dgm:t>
        <a:bodyPr/>
        <a:lstStyle/>
        <a:p>
          <a:endParaRPr lang="es-MX"/>
        </a:p>
      </dgm:t>
    </dgm:pt>
    <dgm:pt modelId="{7DC1FE51-81C9-40F3-B264-10E38965BBC7}">
      <dgm:prSet custT="1"/>
      <dgm:spPr/>
      <dgm:t>
        <a:bodyPr/>
        <a:lstStyle/>
        <a:p>
          <a:r>
            <a:rPr lang="es-MX" sz="1600" dirty="0"/>
            <a:t>Restricciones de Tiempo (</a:t>
          </a:r>
          <a:r>
            <a:rPr lang="es-MX" sz="1600" dirty="0" err="1"/>
            <a:t>Constraints</a:t>
          </a:r>
          <a:r>
            <a:rPr lang="es-MX" sz="1600" dirty="0"/>
            <a:t>): La regla matemática que el software debe cumplir (Ej. {T &lt;= 2 horas}).</a:t>
          </a:r>
        </a:p>
      </dgm:t>
    </dgm:pt>
    <dgm:pt modelId="{11A74F8A-F0A3-48D5-9B8F-BA9FA9550C41}" type="parTrans" cxnId="{44D92E21-B509-422C-B56C-8BC452FDEA87}">
      <dgm:prSet/>
      <dgm:spPr/>
      <dgm:t>
        <a:bodyPr/>
        <a:lstStyle/>
        <a:p>
          <a:endParaRPr lang="es-MX"/>
        </a:p>
      </dgm:t>
    </dgm:pt>
    <dgm:pt modelId="{647E74F4-F42F-414F-83B4-E785BA1677BB}" type="sibTrans" cxnId="{44D92E21-B509-422C-B56C-8BC452FDEA87}">
      <dgm:prSet/>
      <dgm:spPr/>
      <dgm:t>
        <a:bodyPr/>
        <a:lstStyle/>
        <a:p>
          <a:endParaRPr lang="es-MX"/>
        </a:p>
      </dgm:t>
    </dgm:pt>
    <dgm:pt modelId="{1630C69F-1C86-4ED2-8B49-41E9C359B4CA}" type="pres">
      <dgm:prSet presAssocID="{168CC152-83CA-4EA4-A1D1-EFD8C181E317}" presName="Name0" presStyleCnt="0">
        <dgm:presLayoutVars>
          <dgm:chMax val="7"/>
          <dgm:chPref val="7"/>
          <dgm:dir/>
        </dgm:presLayoutVars>
      </dgm:prSet>
      <dgm:spPr/>
    </dgm:pt>
    <dgm:pt modelId="{2AD9DF22-0BB2-40C9-90E8-7F70323B9607}" type="pres">
      <dgm:prSet presAssocID="{168CC152-83CA-4EA4-A1D1-EFD8C181E317}" presName="Name1" presStyleCnt="0"/>
      <dgm:spPr/>
    </dgm:pt>
    <dgm:pt modelId="{768900FA-CDF3-454E-B578-23A35FADA3F0}" type="pres">
      <dgm:prSet presAssocID="{168CC152-83CA-4EA4-A1D1-EFD8C181E317}" presName="cycle" presStyleCnt="0"/>
      <dgm:spPr/>
    </dgm:pt>
    <dgm:pt modelId="{5F48CC62-33B0-4615-9966-31BAAF680CE5}" type="pres">
      <dgm:prSet presAssocID="{168CC152-83CA-4EA4-A1D1-EFD8C181E317}" presName="srcNode" presStyleLbl="node1" presStyleIdx="0" presStyleCnt="4"/>
      <dgm:spPr/>
    </dgm:pt>
    <dgm:pt modelId="{79BF90EE-EF00-4F5A-BBEA-4D9953EBBEBF}" type="pres">
      <dgm:prSet presAssocID="{168CC152-83CA-4EA4-A1D1-EFD8C181E317}" presName="conn" presStyleLbl="parChTrans1D2" presStyleIdx="0" presStyleCnt="1"/>
      <dgm:spPr/>
    </dgm:pt>
    <dgm:pt modelId="{CECCB488-346F-4A9E-B81E-7F48EDA079AB}" type="pres">
      <dgm:prSet presAssocID="{168CC152-83CA-4EA4-A1D1-EFD8C181E317}" presName="extraNode" presStyleLbl="node1" presStyleIdx="0" presStyleCnt="4"/>
      <dgm:spPr/>
    </dgm:pt>
    <dgm:pt modelId="{2ECDD083-0DE4-4B3B-8EC8-51D41E7B71F5}" type="pres">
      <dgm:prSet presAssocID="{168CC152-83CA-4EA4-A1D1-EFD8C181E317}" presName="dstNode" presStyleLbl="node1" presStyleIdx="0" presStyleCnt="4"/>
      <dgm:spPr/>
    </dgm:pt>
    <dgm:pt modelId="{09B7263B-21DF-494A-9F2E-3E8643C0A880}" type="pres">
      <dgm:prSet presAssocID="{C2D68890-9FF0-4372-A02E-DD2B1039ACCB}" presName="text_1" presStyleLbl="node1" presStyleIdx="0" presStyleCnt="4">
        <dgm:presLayoutVars>
          <dgm:bulletEnabled val="1"/>
        </dgm:presLayoutVars>
      </dgm:prSet>
      <dgm:spPr/>
    </dgm:pt>
    <dgm:pt modelId="{DDF10936-2A8D-42CC-B572-3F3719779485}" type="pres">
      <dgm:prSet presAssocID="{C2D68890-9FF0-4372-A02E-DD2B1039ACCB}" presName="accent_1" presStyleCnt="0"/>
      <dgm:spPr/>
    </dgm:pt>
    <dgm:pt modelId="{421DED4A-FF1D-4BFB-AD1B-2E2676CD24B9}" type="pres">
      <dgm:prSet presAssocID="{C2D68890-9FF0-4372-A02E-DD2B1039ACCB}" presName="accentRepeatNode" presStyleLbl="solidFgAcc1" presStyleIdx="0" presStyleCnt="4"/>
      <dgm:spPr/>
    </dgm:pt>
    <dgm:pt modelId="{C9667A83-F856-4EBB-A5A3-C21EB2624816}" type="pres">
      <dgm:prSet presAssocID="{8F58C4BF-6FA5-40D2-BD27-312540AEBDBA}" presName="text_2" presStyleLbl="node1" presStyleIdx="1" presStyleCnt="4">
        <dgm:presLayoutVars>
          <dgm:bulletEnabled val="1"/>
        </dgm:presLayoutVars>
      </dgm:prSet>
      <dgm:spPr/>
    </dgm:pt>
    <dgm:pt modelId="{240CE721-4E68-438A-8BF4-EB567D655145}" type="pres">
      <dgm:prSet presAssocID="{8F58C4BF-6FA5-40D2-BD27-312540AEBDBA}" presName="accent_2" presStyleCnt="0"/>
      <dgm:spPr/>
    </dgm:pt>
    <dgm:pt modelId="{736D5882-F090-4321-A885-E9057F669132}" type="pres">
      <dgm:prSet presAssocID="{8F58C4BF-6FA5-40D2-BD27-312540AEBDBA}" presName="accentRepeatNode" presStyleLbl="solidFgAcc1" presStyleIdx="1" presStyleCnt="4"/>
      <dgm:spPr/>
    </dgm:pt>
    <dgm:pt modelId="{C4267963-7D66-4A1D-8781-5DD943D187C3}" type="pres">
      <dgm:prSet presAssocID="{359F6C02-54F7-49F6-BB8E-BD9F7440EC3B}" presName="text_3" presStyleLbl="node1" presStyleIdx="2" presStyleCnt="4">
        <dgm:presLayoutVars>
          <dgm:bulletEnabled val="1"/>
        </dgm:presLayoutVars>
      </dgm:prSet>
      <dgm:spPr/>
    </dgm:pt>
    <dgm:pt modelId="{E8134300-65E3-459B-ABA7-A81D6FC53637}" type="pres">
      <dgm:prSet presAssocID="{359F6C02-54F7-49F6-BB8E-BD9F7440EC3B}" presName="accent_3" presStyleCnt="0"/>
      <dgm:spPr/>
    </dgm:pt>
    <dgm:pt modelId="{73A67530-B7CA-4CE5-ACF9-A8905A43B988}" type="pres">
      <dgm:prSet presAssocID="{359F6C02-54F7-49F6-BB8E-BD9F7440EC3B}" presName="accentRepeatNode" presStyleLbl="solidFgAcc1" presStyleIdx="2" presStyleCnt="4"/>
      <dgm:spPr/>
    </dgm:pt>
    <dgm:pt modelId="{20F995E6-7098-4F3D-A27C-2E03D4049268}" type="pres">
      <dgm:prSet presAssocID="{7DC1FE51-81C9-40F3-B264-10E38965BBC7}" presName="text_4" presStyleLbl="node1" presStyleIdx="3" presStyleCnt="4">
        <dgm:presLayoutVars>
          <dgm:bulletEnabled val="1"/>
        </dgm:presLayoutVars>
      </dgm:prSet>
      <dgm:spPr/>
    </dgm:pt>
    <dgm:pt modelId="{DD85F3C4-38EE-4392-9278-3840B63939FE}" type="pres">
      <dgm:prSet presAssocID="{7DC1FE51-81C9-40F3-B264-10E38965BBC7}" presName="accent_4" presStyleCnt="0"/>
      <dgm:spPr/>
    </dgm:pt>
    <dgm:pt modelId="{882CF69A-396C-4C95-9955-28C448D9CFD5}" type="pres">
      <dgm:prSet presAssocID="{7DC1FE51-81C9-40F3-B264-10E38965BBC7}" presName="accentRepeatNode" presStyleLbl="solidFgAcc1" presStyleIdx="3" presStyleCnt="4"/>
      <dgm:spPr/>
    </dgm:pt>
  </dgm:ptLst>
  <dgm:cxnLst>
    <dgm:cxn modelId="{44D92E21-B509-422C-B56C-8BC452FDEA87}" srcId="{168CC152-83CA-4EA4-A1D1-EFD8C181E317}" destId="{7DC1FE51-81C9-40F3-B264-10E38965BBC7}" srcOrd="3" destOrd="0" parTransId="{11A74F8A-F0A3-48D5-9B8F-BA9FA9550C41}" sibTransId="{647E74F4-F42F-414F-83B4-E785BA1677BB}"/>
    <dgm:cxn modelId="{BC597463-747B-4B94-ABBF-751981F7CF09}" type="presOf" srcId="{47695914-9807-4D87-9625-18DE4AADC4D2}" destId="{79BF90EE-EF00-4F5A-BBEA-4D9953EBBEBF}" srcOrd="0" destOrd="0" presId="urn:microsoft.com/office/officeart/2008/layout/VerticalCurvedList"/>
    <dgm:cxn modelId="{DF9BF06E-C55E-4E8B-825A-289FEB74171E}" srcId="{168CC152-83CA-4EA4-A1D1-EFD8C181E317}" destId="{359F6C02-54F7-49F6-BB8E-BD9F7440EC3B}" srcOrd="2" destOrd="0" parTransId="{D5D4043D-A05E-4F47-B711-CD5041EA6F1A}" sibTransId="{D55BFF30-3CFA-416C-813B-C7ECFE5514D5}"/>
    <dgm:cxn modelId="{ED21F44E-24F6-43B6-AF21-645DB3A29270}" srcId="{168CC152-83CA-4EA4-A1D1-EFD8C181E317}" destId="{C2D68890-9FF0-4372-A02E-DD2B1039ACCB}" srcOrd="0" destOrd="0" parTransId="{ACE1A712-7C13-433B-8268-849764F991DC}" sibTransId="{47695914-9807-4D87-9625-18DE4AADC4D2}"/>
    <dgm:cxn modelId="{7BE83174-4D87-422C-8800-1BDCF45003EF}" type="presOf" srcId="{8F58C4BF-6FA5-40D2-BD27-312540AEBDBA}" destId="{C9667A83-F856-4EBB-A5A3-C21EB2624816}" srcOrd="0" destOrd="0" presId="urn:microsoft.com/office/officeart/2008/layout/VerticalCurvedList"/>
    <dgm:cxn modelId="{49FB8D58-A2A5-4313-88E6-56CCE37C146A}" type="presOf" srcId="{C2D68890-9FF0-4372-A02E-DD2B1039ACCB}" destId="{09B7263B-21DF-494A-9F2E-3E8643C0A880}" srcOrd="0" destOrd="0" presId="urn:microsoft.com/office/officeart/2008/layout/VerticalCurvedList"/>
    <dgm:cxn modelId="{1D69F2A5-AB50-4C9B-9C9E-D54B644FAB0E}" type="presOf" srcId="{359F6C02-54F7-49F6-BB8E-BD9F7440EC3B}" destId="{C4267963-7D66-4A1D-8781-5DD943D187C3}" srcOrd="0" destOrd="0" presId="urn:microsoft.com/office/officeart/2008/layout/VerticalCurvedList"/>
    <dgm:cxn modelId="{D9FD16B1-615D-47F0-B07C-4D011841C52D}" srcId="{168CC152-83CA-4EA4-A1D1-EFD8C181E317}" destId="{8F58C4BF-6FA5-40D2-BD27-312540AEBDBA}" srcOrd="1" destOrd="0" parTransId="{33B99754-96DD-4CDD-AA39-CBAA12506A30}" sibTransId="{5F4D8F3A-0F63-4089-8C0A-2E2F316F92BE}"/>
    <dgm:cxn modelId="{C3A111BE-152C-4BA2-965E-054653D323E0}" type="presOf" srcId="{7DC1FE51-81C9-40F3-B264-10E38965BBC7}" destId="{20F995E6-7098-4F3D-A27C-2E03D4049268}" srcOrd="0" destOrd="0" presId="urn:microsoft.com/office/officeart/2008/layout/VerticalCurvedList"/>
    <dgm:cxn modelId="{A8957DC4-F75D-4CBF-AEA7-9B060BA31905}" type="presOf" srcId="{168CC152-83CA-4EA4-A1D1-EFD8C181E317}" destId="{1630C69F-1C86-4ED2-8B49-41E9C359B4CA}" srcOrd="0" destOrd="0" presId="urn:microsoft.com/office/officeart/2008/layout/VerticalCurvedList"/>
    <dgm:cxn modelId="{8A9F187C-F885-4DDA-AD9A-84233845C438}" type="presParOf" srcId="{1630C69F-1C86-4ED2-8B49-41E9C359B4CA}" destId="{2AD9DF22-0BB2-40C9-90E8-7F70323B9607}" srcOrd="0" destOrd="0" presId="urn:microsoft.com/office/officeart/2008/layout/VerticalCurvedList"/>
    <dgm:cxn modelId="{43C845D8-F59A-44BA-8C49-3904A36D8603}" type="presParOf" srcId="{2AD9DF22-0BB2-40C9-90E8-7F70323B9607}" destId="{768900FA-CDF3-454E-B578-23A35FADA3F0}" srcOrd="0" destOrd="0" presId="urn:microsoft.com/office/officeart/2008/layout/VerticalCurvedList"/>
    <dgm:cxn modelId="{9948C3BC-6CA4-4667-A5A4-68826A380989}" type="presParOf" srcId="{768900FA-CDF3-454E-B578-23A35FADA3F0}" destId="{5F48CC62-33B0-4615-9966-31BAAF680CE5}" srcOrd="0" destOrd="0" presId="urn:microsoft.com/office/officeart/2008/layout/VerticalCurvedList"/>
    <dgm:cxn modelId="{8080ACA3-B7A7-449A-A388-A231A01172D2}" type="presParOf" srcId="{768900FA-CDF3-454E-B578-23A35FADA3F0}" destId="{79BF90EE-EF00-4F5A-BBEA-4D9953EBBEBF}" srcOrd="1" destOrd="0" presId="urn:microsoft.com/office/officeart/2008/layout/VerticalCurvedList"/>
    <dgm:cxn modelId="{6718B1E0-9084-4834-8ABF-2C00A07DB64C}" type="presParOf" srcId="{768900FA-CDF3-454E-B578-23A35FADA3F0}" destId="{CECCB488-346F-4A9E-B81E-7F48EDA079AB}" srcOrd="2" destOrd="0" presId="urn:microsoft.com/office/officeart/2008/layout/VerticalCurvedList"/>
    <dgm:cxn modelId="{99433497-F0F7-4C50-BBC4-9F3A0BB24937}" type="presParOf" srcId="{768900FA-CDF3-454E-B578-23A35FADA3F0}" destId="{2ECDD083-0DE4-4B3B-8EC8-51D41E7B71F5}" srcOrd="3" destOrd="0" presId="urn:microsoft.com/office/officeart/2008/layout/VerticalCurvedList"/>
    <dgm:cxn modelId="{F07774B8-C833-4D08-8C90-C5FBA4C1B92E}" type="presParOf" srcId="{2AD9DF22-0BB2-40C9-90E8-7F70323B9607}" destId="{09B7263B-21DF-494A-9F2E-3E8643C0A880}" srcOrd="1" destOrd="0" presId="urn:microsoft.com/office/officeart/2008/layout/VerticalCurvedList"/>
    <dgm:cxn modelId="{8318573A-3E77-4045-A77E-860BA8F01052}" type="presParOf" srcId="{2AD9DF22-0BB2-40C9-90E8-7F70323B9607}" destId="{DDF10936-2A8D-42CC-B572-3F3719779485}" srcOrd="2" destOrd="0" presId="urn:microsoft.com/office/officeart/2008/layout/VerticalCurvedList"/>
    <dgm:cxn modelId="{9C8C404D-16E8-44A3-A57B-00D3F7EA8B33}" type="presParOf" srcId="{DDF10936-2A8D-42CC-B572-3F3719779485}" destId="{421DED4A-FF1D-4BFB-AD1B-2E2676CD24B9}" srcOrd="0" destOrd="0" presId="urn:microsoft.com/office/officeart/2008/layout/VerticalCurvedList"/>
    <dgm:cxn modelId="{61D5D394-2F53-499F-80DF-8C4770CCA805}" type="presParOf" srcId="{2AD9DF22-0BB2-40C9-90E8-7F70323B9607}" destId="{C9667A83-F856-4EBB-A5A3-C21EB2624816}" srcOrd="3" destOrd="0" presId="urn:microsoft.com/office/officeart/2008/layout/VerticalCurvedList"/>
    <dgm:cxn modelId="{ED5EF73D-F102-48E6-B738-A76F3E3A951C}" type="presParOf" srcId="{2AD9DF22-0BB2-40C9-90E8-7F70323B9607}" destId="{240CE721-4E68-438A-8BF4-EB567D655145}" srcOrd="4" destOrd="0" presId="urn:microsoft.com/office/officeart/2008/layout/VerticalCurvedList"/>
    <dgm:cxn modelId="{8941152D-C374-4653-840A-E3464006528C}" type="presParOf" srcId="{240CE721-4E68-438A-8BF4-EB567D655145}" destId="{736D5882-F090-4321-A885-E9057F669132}" srcOrd="0" destOrd="0" presId="urn:microsoft.com/office/officeart/2008/layout/VerticalCurvedList"/>
    <dgm:cxn modelId="{C84D27EC-7052-4864-9060-58E90E498471}" type="presParOf" srcId="{2AD9DF22-0BB2-40C9-90E8-7F70323B9607}" destId="{C4267963-7D66-4A1D-8781-5DD943D187C3}" srcOrd="5" destOrd="0" presId="urn:microsoft.com/office/officeart/2008/layout/VerticalCurvedList"/>
    <dgm:cxn modelId="{EC6540E6-857A-47D2-8F16-A9071337192B}" type="presParOf" srcId="{2AD9DF22-0BB2-40C9-90E8-7F70323B9607}" destId="{E8134300-65E3-459B-ABA7-A81D6FC53637}" srcOrd="6" destOrd="0" presId="urn:microsoft.com/office/officeart/2008/layout/VerticalCurvedList"/>
    <dgm:cxn modelId="{8D33439C-299C-4F2D-8B8C-511A3A32706B}" type="presParOf" srcId="{E8134300-65E3-459B-ABA7-A81D6FC53637}" destId="{73A67530-B7CA-4CE5-ACF9-A8905A43B988}" srcOrd="0" destOrd="0" presId="urn:microsoft.com/office/officeart/2008/layout/VerticalCurvedList"/>
    <dgm:cxn modelId="{CA017C50-57A7-4B81-8746-2303ECB5F8EB}" type="presParOf" srcId="{2AD9DF22-0BB2-40C9-90E8-7F70323B9607}" destId="{20F995E6-7098-4F3D-A27C-2E03D4049268}" srcOrd="7" destOrd="0" presId="urn:microsoft.com/office/officeart/2008/layout/VerticalCurvedList"/>
    <dgm:cxn modelId="{01C0DD7B-8087-46E8-9387-B9542992B4C6}" type="presParOf" srcId="{2AD9DF22-0BB2-40C9-90E8-7F70323B9607}" destId="{DD85F3C4-38EE-4392-9278-3840B63939FE}" srcOrd="8" destOrd="0" presId="urn:microsoft.com/office/officeart/2008/layout/VerticalCurvedList"/>
    <dgm:cxn modelId="{82FC1D66-D7EF-4C8B-B564-95B3D9903D04}" type="presParOf" srcId="{DD85F3C4-38EE-4392-9278-3840B63939FE}" destId="{882CF69A-396C-4C95-9955-28C448D9CFD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12E17-0E18-4688-B39D-F1E227140CC9}">
      <dsp:nvSpPr>
        <dsp:cNvPr id="0" name=""/>
        <dsp:cNvSpPr/>
      </dsp:nvSpPr>
      <dsp:spPr>
        <a:xfrm>
          <a:off x="0" y="423553"/>
          <a:ext cx="921864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00A2C-F48A-4DB1-8AFC-22BE2366D9A7}">
      <dsp:nvSpPr>
        <dsp:cNvPr id="0" name=""/>
        <dsp:cNvSpPr/>
      </dsp:nvSpPr>
      <dsp:spPr>
        <a:xfrm>
          <a:off x="460932" y="10273"/>
          <a:ext cx="6453051" cy="826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10" tIns="0" rIns="24391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¿Qué es? Es un diagrama de interacción (comportamiento) dentro del estándar UML 2.0.</a:t>
          </a:r>
          <a:endParaRPr lang="es-MX" sz="1800" kern="1200" dirty="0"/>
        </a:p>
      </dsp:txBody>
      <dsp:txXfrm>
        <a:off x="501281" y="50622"/>
        <a:ext cx="6372353" cy="745862"/>
      </dsp:txXfrm>
    </dsp:sp>
    <dsp:sp modelId="{7CE582D6-4BBA-4618-9B64-B0CAFBC26DBF}">
      <dsp:nvSpPr>
        <dsp:cNvPr id="0" name=""/>
        <dsp:cNvSpPr/>
      </dsp:nvSpPr>
      <dsp:spPr>
        <a:xfrm>
          <a:off x="0" y="1693634"/>
          <a:ext cx="921864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0A27E-B3A7-413F-8CE9-1B4AB7576CA7}">
      <dsp:nvSpPr>
        <dsp:cNvPr id="0" name=""/>
        <dsp:cNvSpPr/>
      </dsp:nvSpPr>
      <dsp:spPr>
        <a:xfrm>
          <a:off x="460932" y="1280353"/>
          <a:ext cx="6453051" cy="8265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10" tIns="0" rIns="24391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El Eje X: Representa el avance del tiempo real o relativo (milisegundos, minutos, horas).</a:t>
          </a:r>
        </a:p>
      </dsp:txBody>
      <dsp:txXfrm>
        <a:off x="501281" y="1320702"/>
        <a:ext cx="6372353" cy="745862"/>
      </dsp:txXfrm>
    </dsp:sp>
    <dsp:sp modelId="{C1F27267-2AAA-49B0-8916-4BDC42E73E4A}">
      <dsp:nvSpPr>
        <dsp:cNvPr id="0" name=""/>
        <dsp:cNvSpPr/>
      </dsp:nvSpPr>
      <dsp:spPr>
        <a:xfrm>
          <a:off x="0" y="2963713"/>
          <a:ext cx="921864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E7245-0946-490D-BC98-40E0E788121F}">
      <dsp:nvSpPr>
        <dsp:cNvPr id="0" name=""/>
        <dsp:cNvSpPr/>
      </dsp:nvSpPr>
      <dsp:spPr>
        <a:xfrm>
          <a:off x="460932" y="2550434"/>
          <a:ext cx="6453051" cy="8265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10" tIns="0" rIns="24391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El Eje Y: Representa los diferentes estados por los que pasa un objeto o los participantes implicados.</a:t>
          </a:r>
        </a:p>
      </dsp:txBody>
      <dsp:txXfrm>
        <a:off x="501281" y="2590783"/>
        <a:ext cx="6372353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F90EE-EF00-4F5A-BBEA-4D9953EBBEBF}">
      <dsp:nvSpPr>
        <dsp:cNvPr id="0" name=""/>
        <dsp:cNvSpPr/>
      </dsp:nvSpPr>
      <dsp:spPr>
        <a:xfrm>
          <a:off x="-4528923" y="-694463"/>
          <a:ext cx="5395111" cy="5395111"/>
        </a:xfrm>
        <a:prstGeom prst="blockArc">
          <a:avLst>
            <a:gd name="adj1" fmla="val 18900000"/>
            <a:gd name="adj2" fmla="val 2700000"/>
            <a:gd name="adj3" fmla="val 400"/>
          </a:avLst>
        </a:pr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7263B-21DF-494A-9F2E-3E8643C0A880}">
      <dsp:nvSpPr>
        <dsp:cNvPr id="0" name=""/>
        <dsp:cNvSpPr/>
      </dsp:nvSpPr>
      <dsp:spPr>
        <a:xfrm>
          <a:off x="453710" y="307995"/>
          <a:ext cx="6890154" cy="6163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Sistemas Embebidos y Hardware: (Ej. Frenos ABS de un auto, marcapasos, robótica).</a:t>
          </a:r>
        </a:p>
      </dsp:txBody>
      <dsp:txXfrm>
        <a:off x="453710" y="307995"/>
        <a:ext cx="6890154" cy="616311"/>
      </dsp:txXfrm>
    </dsp:sp>
    <dsp:sp modelId="{421DED4A-FF1D-4BFB-AD1B-2E2676CD24B9}">
      <dsp:nvSpPr>
        <dsp:cNvPr id="0" name=""/>
        <dsp:cNvSpPr/>
      </dsp:nvSpPr>
      <dsp:spPr>
        <a:xfrm>
          <a:off x="68516" y="230956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667A83-F856-4EBB-A5A3-C21EB2624816}">
      <dsp:nvSpPr>
        <dsp:cNvPr id="0" name=""/>
        <dsp:cNvSpPr/>
      </dsp:nvSpPr>
      <dsp:spPr>
        <a:xfrm>
          <a:off x="807056" y="1232622"/>
          <a:ext cx="6536809" cy="616311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Acuerdos de Nivel de Servicio (SLA): Modelar penalizaciones si un servidor no responde a tiempo.</a:t>
          </a:r>
        </a:p>
      </dsp:txBody>
      <dsp:txXfrm>
        <a:off x="807056" y="1232622"/>
        <a:ext cx="6536809" cy="616311"/>
      </dsp:txXfrm>
    </dsp:sp>
    <dsp:sp modelId="{736D5882-F090-4321-A885-E9057F669132}">
      <dsp:nvSpPr>
        <dsp:cNvPr id="0" name=""/>
        <dsp:cNvSpPr/>
      </dsp:nvSpPr>
      <dsp:spPr>
        <a:xfrm>
          <a:off x="421861" y="1155583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67963-7D66-4A1D-8781-5DD943D187C3}">
      <dsp:nvSpPr>
        <dsp:cNvPr id="0" name=""/>
        <dsp:cNvSpPr/>
      </dsp:nvSpPr>
      <dsp:spPr>
        <a:xfrm>
          <a:off x="807056" y="2157249"/>
          <a:ext cx="6536809" cy="616311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Reglas de Negocio con Caducidad: (Ej. Tiempos límite para pagar una reserva, expiración de tokens de seguridad).</a:t>
          </a:r>
        </a:p>
      </dsp:txBody>
      <dsp:txXfrm>
        <a:off x="807056" y="2157249"/>
        <a:ext cx="6536809" cy="616311"/>
      </dsp:txXfrm>
    </dsp:sp>
    <dsp:sp modelId="{73A67530-B7CA-4CE5-ACF9-A8905A43B988}">
      <dsp:nvSpPr>
        <dsp:cNvPr id="0" name=""/>
        <dsp:cNvSpPr/>
      </dsp:nvSpPr>
      <dsp:spPr>
        <a:xfrm>
          <a:off x="421861" y="2080211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995E6-7098-4F3D-A27C-2E03D4049268}">
      <dsp:nvSpPr>
        <dsp:cNvPr id="0" name=""/>
        <dsp:cNvSpPr/>
      </dsp:nvSpPr>
      <dsp:spPr>
        <a:xfrm>
          <a:off x="453710" y="3081877"/>
          <a:ext cx="6890154" cy="616311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/>
            <a:t>Sincronización de Procesos: Mostrar qué procesos deben esperar a otros (Timeouts).</a:t>
          </a:r>
        </a:p>
      </dsp:txBody>
      <dsp:txXfrm>
        <a:off x="453710" y="3081877"/>
        <a:ext cx="6890154" cy="616311"/>
      </dsp:txXfrm>
    </dsp:sp>
    <dsp:sp modelId="{882CF69A-396C-4C95-9955-28C448D9CFD5}">
      <dsp:nvSpPr>
        <dsp:cNvPr id="0" name=""/>
        <dsp:cNvSpPr/>
      </dsp:nvSpPr>
      <dsp:spPr>
        <a:xfrm>
          <a:off x="68516" y="3004838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F90EE-EF00-4F5A-BBEA-4D9953EBBEBF}">
      <dsp:nvSpPr>
        <dsp:cNvPr id="0" name=""/>
        <dsp:cNvSpPr/>
      </dsp:nvSpPr>
      <dsp:spPr>
        <a:xfrm>
          <a:off x="-4528923" y="-694463"/>
          <a:ext cx="5395111" cy="5395111"/>
        </a:xfrm>
        <a:prstGeom prst="blockArc">
          <a:avLst>
            <a:gd name="adj1" fmla="val 18900000"/>
            <a:gd name="adj2" fmla="val 2700000"/>
            <a:gd name="adj3" fmla="val 400"/>
          </a:avLst>
        </a:pr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7263B-21DF-494A-9F2E-3E8643C0A880}">
      <dsp:nvSpPr>
        <dsp:cNvPr id="0" name=""/>
        <dsp:cNvSpPr/>
      </dsp:nvSpPr>
      <dsp:spPr>
        <a:xfrm>
          <a:off x="453710" y="307995"/>
          <a:ext cx="7367053" cy="6163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Línea de Vida (</a:t>
          </a:r>
          <a:r>
            <a:rPr lang="es-MX" sz="1600" kern="1200" dirty="0" err="1"/>
            <a:t>Lifeline</a:t>
          </a:r>
          <a:r>
            <a:rPr lang="es-MX" sz="1600" kern="1200" dirty="0"/>
            <a:t>): El objeto o participante que estamos evaluando.</a:t>
          </a:r>
        </a:p>
      </dsp:txBody>
      <dsp:txXfrm>
        <a:off x="453710" y="307995"/>
        <a:ext cx="7367053" cy="616311"/>
      </dsp:txXfrm>
    </dsp:sp>
    <dsp:sp modelId="{421DED4A-FF1D-4BFB-AD1B-2E2676CD24B9}">
      <dsp:nvSpPr>
        <dsp:cNvPr id="0" name=""/>
        <dsp:cNvSpPr/>
      </dsp:nvSpPr>
      <dsp:spPr>
        <a:xfrm>
          <a:off x="68516" y="230956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667A83-F856-4EBB-A5A3-C21EB2624816}">
      <dsp:nvSpPr>
        <dsp:cNvPr id="0" name=""/>
        <dsp:cNvSpPr/>
      </dsp:nvSpPr>
      <dsp:spPr>
        <a:xfrm>
          <a:off x="807056" y="1232622"/>
          <a:ext cx="7013708" cy="616311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Estados / Condiciones: Los valores que el objeto puede tomar (Ej. Inactivo, Pendiente, Procesando).</a:t>
          </a:r>
        </a:p>
      </dsp:txBody>
      <dsp:txXfrm>
        <a:off x="807056" y="1232622"/>
        <a:ext cx="7013708" cy="616311"/>
      </dsp:txXfrm>
    </dsp:sp>
    <dsp:sp modelId="{736D5882-F090-4321-A885-E9057F669132}">
      <dsp:nvSpPr>
        <dsp:cNvPr id="0" name=""/>
        <dsp:cNvSpPr/>
      </dsp:nvSpPr>
      <dsp:spPr>
        <a:xfrm>
          <a:off x="421861" y="1155583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67963-7D66-4A1D-8781-5DD943D187C3}">
      <dsp:nvSpPr>
        <dsp:cNvPr id="0" name=""/>
        <dsp:cNvSpPr/>
      </dsp:nvSpPr>
      <dsp:spPr>
        <a:xfrm>
          <a:off x="807056" y="2157249"/>
          <a:ext cx="7013708" cy="616311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Escala de Tiempo: El cronómetro del sistema (medido en T=0, T=1, etc.).</a:t>
          </a:r>
        </a:p>
      </dsp:txBody>
      <dsp:txXfrm>
        <a:off x="807056" y="2157249"/>
        <a:ext cx="7013708" cy="616311"/>
      </dsp:txXfrm>
    </dsp:sp>
    <dsp:sp modelId="{73A67530-B7CA-4CE5-ACF9-A8905A43B988}">
      <dsp:nvSpPr>
        <dsp:cNvPr id="0" name=""/>
        <dsp:cNvSpPr/>
      </dsp:nvSpPr>
      <dsp:spPr>
        <a:xfrm>
          <a:off x="421861" y="2080211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995E6-7098-4F3D-A27C-2E03D4049268}">
      <dsp:nvSpPr>
        <dsp:cNvPr id="0" name=""/>
        <dsp:cNvSpPr/>
      </dsp:nvSpPr>
      <dsp:spPr>
        <a:xfrm>
          <a:off x="453710" y="3081877"/>
          <a:ext cx="7367053" cy="616311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91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Restricciones de Tiempo (</a:t>
          </a:r>
          <a:r>
            <a:rPr lang="es-MX" sz="1600" kern="1200" dirty="0" err="1"/>
            <a:t>Constraints</a:t>
          </a:r>
          <a:r>
            <a:rPr lang="es-MX" sz="1600" kern="1200" dirty="0"/>
            <a:t>): La regla matemática que el software debe cumplir (Ej. {T &lt;= 2 horas}).</a:t>
          </a:r>
        </a:p>
      </dsp:txBody>
      <dsp:txXfrm>
        <a:off x="453710" y="3081877"/>
        <a:ext cx="7367053" cy="616311"/>
      </dsp:txXfrm>
    </dsp:sp>
    <dsp:sp modelId="{882CF69A-396C-4C95-9955-28C448D9CFD5}">
      <dsp:nvSpPr>
        <dsp:cNvPr id="0" name=""/>
        <dsp:cNvSpPr/>
      </dsp:nvSpPr>
      <dsp:spPr>
        <a:xfrm>
          <a:off x="68516" y="3004838"/>
          <a:ext cx="770389" cy="7703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156D5-046B-C23F-379C-F5B34B9F7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D8C876-B2C3-A0B1-34C3-559A9AC62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1E05A1-40B6-C777-99F4-5471A6B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57DB0-A329-9F0D-D521-057D7899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5ACFDC-5E5F-5319-F81A-A852902B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621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09E23-9E2A-2E30-5AF4-AF59F7BA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FF673-F70F-267B-5064-70E304D8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3DB24C-44B2-BFDB-58A8-DF3DCFF7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9FEE65-EEA0-4027-4DCE-A207F7FF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79EBE-3E83-4D82-F60D-2A58FF81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7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6D741-C6F4-44BF-5B5A-A0B83409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39ED80-2E44-0D94-9905-021228CCA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7EE85C-5806-7A9C-1E72-60027BB3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85781A-FE86-EEED-1D7C-5ECEABAF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98053E-BED0-62FE-C12E-2C42725B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202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9B20A-7785-5F6B-2C77-465F059C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523919-EFE6-D430-FB87-E90294F72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9A74F-98DD-6517-8116-B2818CD4C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FF04C4-E7A7-2F65-CF3C-150D4D0F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10FC4-07CD-D1FA-F024-3891D992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D2853F-1BD3-5A86-1440-D5A2C1A0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3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484D6-FA53-6653-B9D2-B63E8F507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F901AD-78E0-60B6-113B-58FA10F7A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F97EE8-0FCF-6060-0179-69DE233AA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DF8943-B20B-D82D-AED0-7431D57E4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682C5C-0D5F-1D01-AAB8-C13EBC891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713344-2812-EE85-88D5-36398711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4EC1BD-6A7C-AEC1-ED8B-DD592986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10C2D4A-4812-5ECE-4F01-9E0D2D54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687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FBF5B-FF12-3AA3-3F35-E8AE5F60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F5C90C-31E9-D934-FD88-45AA664E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8C01D5-8693-C26E-D862-3BB546E5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DEC514-CDAE-51E7-34DD-146DC7DC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513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CC07F7-FC8A-0C7D-4245-D8FF7B68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86D417-94C0-8538-0545-4A59EEFB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B84618-63D0-119B-AAEE-B7EF4F59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17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2702D-8C25-3466-F433-95C031A6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C71E4F-3F93-B4B2-C962-564D4681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5B43B3-BACC-4BD7-6D8C-EB98843BC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9A396C-CE80-5C63-FF17-0F2D090B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92EC77-2722-3CE1-2DDB-40E47C96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D2CD71-BA59-9990-B655-E094BB22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1519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615B9-D72C-781D-B8A8-78868F75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F66D3D-45D9-C4AE-2230-76E914DA7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156E6D-C311-0F65-C74A-3294277C3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DBB402-E810-540E-D4A2-8B176458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B125A4-89C0-7EA6-DA53-F03DA0C6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93AAF2-ECAD-2A41-792F-C702C1EB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012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56207-CAB4-01D3-4587-B262C81C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06A177-8823-1895-4A2A-81C491873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3E75F-1DBE-A3DE-5CB5-1C145807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AC24D9-9A1D-2FAF-CFA9-8461B5ED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3CF6A8-4BF0-9A8C-E7DA-63A951CB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357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0F5BB8-5480-3F31-CB64-A340DC1D4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6F5D5A-2668-51DA-78B5-5C012ED64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9AC2F9-99FC-77A4-B153-BC87F3F8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B68408-32AA-E3E2-D884-42D94614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F4C7BE-7B22-315B-DEB6-26ACA659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575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0FF5C88-47C6-F4BA-145F-5F6A4539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123929-2E21-3938-19E2-1D303BC6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EF195-9F32-81EB-8185-5425C7124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ACDD8-23F0-4FDB-95EC-103B9609C985}" type="datetimeFigureOut">
              <a:rPr lang="es-MX" smtClean="0"/>
              <a:t>10/07/2026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0249A9-5611-CD67-3CA6-90F14CF8C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4EBB5F-500E-31A3-BDE5-A8F31CC55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BD700-2B04-4CDB-BABB-4079ACEF03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794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9E545B-E1CD-0BA5-1F06-E06AA65F823F}"/>
              </a:ext>
            </a:extLst>
          </p:cNvPr>
          <p:cNvSpPr txBox="1"/>
          <p:nvPr/>
        </p:nvSpPr>
        <p:spPr>
          <a:xfrm>
            <a:off x="3048778" y="3244334"/>
            <a:ext cx="60975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/>
              <a:t>Diagrama de Tiempos UML (Timing </a:t>
            </a:r>
            <a:r>
              <a:rPr lang="es-MX" sz="3200" dirty="0" err="1"/>
              <a:t>Diagram</a:t>
            </a:r>
            <a:r>
              <a:rPr lang="es-MX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127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C74B15-C5B3-3556-E284-2B94A5AF0B3E}"/>
              </a:ext>
            </a:extLst>
          </p:cNvPr>
          <p:cNvSpPr txBox="1"/>
          <p:nvPr/>
        </p:nvSpPr>
        <p:spPr>
          <a:xfrm>
            <a:off x="6258508" y="69288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Diagrama de Tiempos UML (Timing </a:t>
            </a:r>
            <a:r>
              <a:rPr lang="es-MX" dirty="0" err="1"/>
              <a:t>Diagram</a:t>
            </a:r>
            <a:r>
              <a:rPr lang="es-MX" dirty="0"/>
              <a:t>)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24DB094B-BC0F-A3DA-C066-E3600303D5F8}"/>
              </a:ext>
            </a:extLst>
          </p:cNvPr>
          <p:cNvGraphicFramePr/>
          <p:nvPr/>
        </p:nvGraphicFramePr>
        <p:xfrm>
          <a:off x="1418251" y="2458745"/>
          <a:ext cx="9218645" cy="3679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CECF346-13A0-BCF4-1299-293C3496276F}"/>
              </a:ext>
            </a:extLst>
          </p:cNvPr>
          <p:cNvSpPr txBox="1"/>
          <p:nvPr/>
        </p:nvSpPr>
        <p:spPr>
          <a:xfrm>
            <a:off x="1418250" y="1646312"/>
            <a:ext cx="8733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Enfoque Principal: Muestra el comportamiento de los objetos a lo largo de un eje de tiempo lineal y estricto.</a:t>
            </a:r>
          </a:p>
        </p:txBody>
      </p:sp>
    </p:spTree>
    <p:extLst>
      <p:ext uri="{BB962C8B-B14F-4D97-AF65-F5344CB8AC3E}">
        <p14:creationId xmlns:p14="http://schemas.microsoft.com/office/powerpoint/2010/main" val="262562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CD2080-D978-AD3C-09B9-D8950F08E822}"/>
              </a:ext>
            </a:extLst>
          </p:cNvPr>
          <p:cNvSpPr txBox="1"/>
          <p:nvPr/>
        </p:nvSpPr>
        <p:spPr>
          <a:xfrm>
            <a:off x="3048778" y="2690336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 dirty="0"/>
              <a:t>"Mientras que el diagrama de secuencia nos dice 'qué pasa primero y qué pasa después', el diagrama de tiempos nos dice 'exactamente en qué milisegundo o en qué hora ocurren las cosas'. Es el diagrama de los sistemas en tiempo real."</a:t>
            </a:r>
            <a:endParaRPr lang="es-MX" dirty="0"/>
          </a:p>
        </p:txBody>
      </p:sp>
      <p:pic>
        <p:nvPicPr>
          <p:cNvPr id="8" name="Picture 2" descr="UML para sistemas tiempo real - Carlos Restrepo | PPT">
            <a:extLst>
              <a:ext uri="{FF2B5EF4-FFF2-40B4-BE49-F238E27FC236}">
                <a16:creationId xmlns:a16="http://schemas.microsoft.com/office/drawing/2014/main" id="{0C9C916C-8917-4494-C662-B9DA350CB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278" y="301699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60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48190C-E81E-1235-025E-3D98CE0AF1DA}"/>
              </a:ext>
            </a:extLst>
          </p:cNvPr>
          <p:cNvSpPr txBox="1"/>
          <p:nvPr/>
        </p:nvSpPr>
        <p:spPr>
          <a:xfrm>
            <a:off x="6871704" y="70757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¿Para qué se utiliza en la Industria?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3AD257-D743-8181-1E12-421635D6C723}"/>
              </a:ext>
            </a:extLst>
          </p:cNvPr>
          <p:cNvSpPr txBox="1"/>
          <p:nvPr/>
        </p:nvSpPr>
        <p:spPr>
          <a:xfrm>
            <a:off x="1030741" y="165959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utiliza principalmente en escenarios donde el tiempo es un factor crítico de éxito o fracaso: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CA57F51-EF75-AEF9-20F1-D3E9E521C0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322958"/>
              </p:ext>
            </p:extLst>
          </p:nvPr>
        </p:nvGraphicFramePr>
        <p:xfrm>
          <a:off x="2761860" y="2132149"/>
          <a:ext cx="7398139" cy="400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756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C6DA5D-BDDE-87B8-41E1-8BC950A46381}"/>
              </a:ext>
            </a:extLst>
          </p:cNvPr>
          <p:cNvSpPr txBox="1"/>
          <p:nvPr/>
        </p:nvSpPr>
        <p:spPr>
          <a:xfrm>
            <a:off x="3048778" y="2828836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"Si están programando un carrito de compras y los artículos se liberan si no se pagan en 15 minutos, este es el diagrama que le entregan al programador </a:t>
            </a:r>
            <a:r>
              <a:rPr lang="es-MX" dirty="0" err="1"/>
              <a:t>backend</a:t>
            </a:r>
            <a:r>
              <a:rPr lang="es-MX" dirty="0"/>
              <a:t> para que programe el 'Cron Job' o la limpieza de la base de datos."</a:t>
            </a:r>
          </a:p>
        </p:txBody>
      </p:sp>
    </p:spTree>
    <p:extLst>
      <p:ext uri="{BB962C8B-B14F-4D97-AF65-F5344CB8AC3E}">
        <p14:creationId xmlns:p14="http://schemas.microsoft.com/office/powerpoint/2010/main" val="1921915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48190C-E81E-1235-025E-3D98CE0AF1DA}"/>
              </a:ext>
            </a:extLst>
          </p:cNvPr>
          <p:cNvSpPr txBox="1"/>
          <p:nvPr/>
        </p:nvSpPr>
        <p:spPr>
          <a:xfrm>
            <a:off x="6456784" y="60192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Elementos Clave del Diagrama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834AAE-EE14-C9FD-6843-4BC87697DE51}"/>
              </a:ext>
            </a:extLst>
          </p:cNvPr>
          <p:cNvSpPr txBox="1"/>
          <p:nvPr/>
        </p:nvSpPr>
        <p:spPr>
          <a:xfrm>
            <a:off x="1021410" y="183577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Componentes Visuales del Estándar UML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9C730819-BCC2-9BBB-353A-F00EEBB548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9782193"/>
              </p:ext>
            </p:extLst>
          </p:nvPr>
        </p:nvGraphicFramePr>
        <p:xfrm>
          <a:off x="1366934" y="2020441"/>
          <a:ext cx="7875038" cy="400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572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8E2633B-988C-BC4C-0BB0-58FC32A02844}"/>
              </a:ext>
            </a:extLst>
          </p:cNvPr>
          <p:cNvSpPr txBox="1"/>
          <p:nvPr/>
        </p:nvSpPr>
        <p:spPr>
          <a:xfrm>
            <a:off x="3048778" y="2828836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elemento más importante aquí es la restricción. Las llaves matemáticas son instrucciones directas para la arquitectura del sistema. Si dice {T &lt; 200ms}, el equipo sabe que necesita optimizar consultas o usar memoria caché."</a:t>
            </a:r>
          </a:p>
        </p:txBody>
      </p:sp>
    </p:spTree>
    <p:extLst>
      <p:ext uri="{BB962C8B-B14F-4D97-AF65-F5344CB8AC3E}">
        <p14:creationId xmlns:p14="http://schemas.microsoft.com/office/powerpoint/2010/main" val="2474895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77A2A8-CF72-9777-7AFA-71D7CEBD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2638425"/>
            <a:ext cx="83248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82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806E5-F421-F986-E875-49959EDBC3CE}"/>
              </a:ext>
            </a:extLst>
          </p:cNvPr>
          <p:cNvSpPr txBox="1"/>
          <p:nvPr/>
        </p:nvSpPr>
        <p:spPr>
          <a:xfrm>
            <a:off x="1145333" y="174210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Tipos de Líneas de Vida (Representación)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75F42C-AA04-F128-7616-D74D78B4C831}"/>
              </a:ext>
            </a:extLst>
          </p:cNvPr>
          <p:cNvSpPr txBox="1"/>
          <p:nvPr/>
        </p:nvSpPr>
        <p:spPr>
          <a:xfrm>
            <a:off x="2694214" y="2304080"/>
            <a:ext cx="74481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Existen dos formas de dibujar la línea de tiempo de un objeto:</a:t>
            </a:r>
          </a:p>
          <a:p>
            <a:r>
              <a:rPr lang="es-MX" b="1" dirty="0"/>
              <a:t>1. Representación Robusta (Escalonada):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Muestra el cambio de estado como un "escalón" (gráfico de pulsos).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Ideal para el cambio de estados en una base de datos.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i="1" dirty="0"/>
              <a:t>La transición de un estado a otro es inmediata.</a:t>
            </a:r>
            <a:endParaRPr lang="es-MX" dirty="0"/>
          </a:p>
          <a:p>
            <a:r>
              <a:rPr lang="es-MX" b="1" dirty="0"/>
              <a:t>2. Representación Concisa (Bloques de texto):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Muestra los estados como hexágonos o rectángulos planos.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Ideal para acciones humanas o procesos generales.</a:t>
            </a:r>
          </a:p>
        </p:txBody>
      </p:sp>
    </p:spTree>
    <p:extLst>
      <p:ext uri="{BB962C8B-B14F-4D97-AF65-F5344CB8AC3E}">
        <p14:creationId xmlns:p14="http://schemas.microsoft.com/office/powerpoint/2010/main" val="343143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806E5-F421-F986-E875-49959EDBC3CE}"/>
              </a:ext>
            </a:extLst>
          </p:cNvPr>
          <p:cNvSpPr txBox="1"/>
          <p:nvPr/>
        </p:nvSpPr>
        <p:spPr>
          <a:xfrm>
            <a:off x="1145333" y="174210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Tipos de Líneas de Vida (Representación)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412FD7-58CF-4D8E-28C1-3123BE00B0A9}"/>
              </a:ext>
            </a:extLst>
          </p:cNvPr>
          <p:cNvSpPr txBox="1"/>
          <p:nvPr/>
        </p:nvSpPr>
        <p:spPr>
          <a:xfrm>
            <a:off x="1285291" y="2282515"/>
            <a:ext cx="94635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"Usamos escalones para las máquinas porque en la memoria RAM el dato cambia en 1 milisegundo; es blanco o negro. Usamos bloques concisos para el usuario porque leer una pantalla o tomar una decisión es un estado continuo, no un pulso."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04D3C2-362A-E2FD-1303-71D1CF996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955" y="3652156"/>
            <a:ext cx="83248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1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796A69-1842-18E4-53D2-B77A2CCFB8FB}"/>
              </a:ext>
            </a:extLst>
          </p:cNvPr>
          <p:cNvSpPr txBox="1"/>
          <p:nvPr/>
        </p:nvSpPr>
        <p:spPr>
          <a:xfrm>
            <a:off x="1061358" y="173277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Diagrama de Secuencia vs. Diagrama de Tiempos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61AD0A-EAE6-CF04-0C19-F61A96957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15762"/>
              </p:ext>
            </p:extLst>
          </p:nvPr>
        </p:nvGraphicFramePr>
        <p:xfrm>
          <a:off x="859388" y="2499360"/>
          <a:ext cx="10515600" cy="21336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608171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138271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94746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</a:rPr>
                        <a:t>Característica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</a:rPr>
                        <a:t>Diag. de Secuencia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</a:rPr>
                        <a:t>Diag. de Tiempos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79916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</a:rPr>
                        <a:t>Eje principal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Orden Lógico (Arriba a abajo)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Tiempo Físico/Estricto (Izquierda a derecha)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801976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</a:rPr>
                        <a:t>Foco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Quién habla con quién (Mensajes)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Cuánto dura el estado (Duración)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4040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</a:rPr>
                        <a:t>Uso ideal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Diseñar Controladores y APIs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</a:rPr>
                        <a:t>Diseñar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</a:rPr>
                        <a:t>Timeouts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</a:rPr>
                        <a:t> y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</a:rPr>
                        <a:t>SLAs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8068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62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A69FD9-B40A-ADCE-E94F-EEF92931882C}"/>
              </a:ext>
            </a:extLst>
          </p:cNvPr>
          <p:cNvSpPr txBox="1"/>
          <p:nvPr/>
        </p:nvSpPr>
        <p:spPr>
          <a:xfrm>
            <a:off x="3048778" y="2828836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 dirty="0"/>
              <a:t>"Ninguno reemplaza al otro. El diagrama de secuencia construye la comunicación, y el de tiempos asegura que esa comunicación no se quede colgada infinitamente afectando al usuario."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9049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592CA85-6C7B-B422-CB70-21AB19DEB3C1}"/>
              </a:ext>
            </a:extLst>
          </p:cNvPr>
          <p:cNvSpPr txBox="1"/>
          <p:nvPr/>
        </p:nvSpPr>
        <p:spPr>
          <a:xfrm>
            <a:off x="1350607" y="183541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Modelado de un SLA (Caso de Estudio)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F90409-8CDD-7F98-EC0B-4BE1AF913E0C}"/>
              </a:ext>
            </a:extLst>
          </p:cNvPr>
          <p:cNvSpPr txBox="1"/>
          <p:nvPr/>
        </p:nvSpPr>
        <p:spPr>
          <a:xfrm>
            <a:off x="697464" y="2306322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Regla de Negocio:</a:t>
            </a:r>
            <a:r>
              <a:rPr lang="es-MX" dirty="0"/>
              <a:t> </a:t>
            </a:r>
            <a:r>
              <a:rPr lang="es-MX" i="1" dirty="0"/>
              <a:t>"Al agendar una cita, el paciente tiene máximo 2 horas para realizar el pago. Si lo realiza, solo podrá cancelar la cita si faltan más de 24 horas para la consulta."</a:t>
            </a:r>
            <a:endParaRPr lang="es-MX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A30AA28-90C6-FF33-FA77-E5F5AF443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784" y="1752325"/>
            <a:ext cx="56139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s-MX" altLang="es-MX" dirty="0">
                <a:latin typeface="Arial" panose="020B0604020202020204" pitchFamily="34" charset="0"/>
              </a:rPr>
              <a:t>=10: Se inicia la reserva (Estado: </a:t>
            </a:r>
            <a:r>
              <a:rPr lang="es-MX" altLang="es-MX" dirty="0" err="1">
                <a:latin typeface="Arial" panose="020B0604020202020204" pitchFamily="34" charset="0"/>
              </a:rPr>
              <a:t>Pendiente_Pago</a:t>
            </a:r>
            <a:r>
              <a:rPr lang="es-MX" altLang="es-MX" dirty="0"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>
                <a:latin typeface="Arial" panose="020B0604020202020204" pitchFamily="34" charset="0"/>
              </a:rPr>
              <a:t>Restricción: { T &lt;= 2 horas } para pasar a "Confirmada".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>
                <a:latin typeface="Arial" panose="020B0604020202020204" pitchFamily="34" charset="0"/>
              </a:rPr>
              <a:t>Restricción: Cancelación válida solo si { T &gt; 24h de la consulta }.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7AA9443-10C9-BADD-1B08-4A61AFFF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23" y="3895237"/>
            <a:ext cx="11018979" cy="209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51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8A3B6A-89DC-125D-70B1-33FB61725A83}"/>
              </a:ext>
            </a:extLst>
          </p:cNvPr>
          <p:cNvSpPr txBox="1"/>
          <p:nvPr/>
        </p:nvSpPr>
        <p:spPr>
          <a:xfrm>
            <a:off x="790770" y="1630139"/>
            <a:ext cx="19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Conclusión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AE5367-3AB4-416A-52CD-71353AE01D30}"/>
              </a:ext>
            </a:extLst>
          </p:cNvPr>
          <p:cNvSpPr txBox="1"/>
          <p:nvPr/>
        </p:nvSpPr>
        <p:spPr>
          <a:xfrm>
            <a:off x="790770" y="208014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Valor del Diagrama de Tiempos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5E963F8-D513-4B8A-E029-348DBF7A3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0513" y="2757697"/>
            <a:ext cx="80919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Traduce los contratos legales y reglas de negocio al lenguaje de los desarrolladores. (SLA)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Previene bloqueos del sistema (</a:t>
            </a: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Deadlocks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obligando a programar tiempos máximos de espera.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el insumo principal para las Pruebas de Estrés y Pruebas de Rendimiento (QA).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sistemas modernos, define cómo se configurarán herramientas de monitoreo como </a:t>
            </a: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Datadog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Prometheus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1976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8A3B6A-89DC-125D-70B1-33FB61725A83}"/>
              </a:ext>
            </a:extLst>
          </p:cNvPr>
          <p:cNvSpPr txBox="1"/>
          <p:nvPr/>
        </p:nvSpPr>
        <p:spPr>
          <a:xfrm>
            <a:off x="790770" y="1630139"/>
            <a:ext cx="19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Tarea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51177D-692D-E441-3876-93D5D8894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220" y="2005140"/>
            <a:ext cx="10105053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Auditoría de SLA y Pruebas de Estrés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>
                <a:latin typeface="Arial" panose="020B0604020202020204" pitchFamily="34" charset="0"/>
              </a:rPr>
              <a:t>Escenario Comercial: La clínica "Bella Mujer" lanzará su módulo web de citas médicas este lunes. Se espera que a las 11:00 a.m. ingresen simultáneamente 500 pacientes para reservar su turno. Como ingenieros  encargados de la calidad, deben certificar que la API (/api/citas) no colapsará y cumplirá con el SLA de Rendimiento: </a:t>
            </a:r>
            <a:r>
              <a:rPr lang="es-MX" altLang="es-MX" b="1" dirty="0">
                <a:latin typeface="Arial" panose="020B0604020202020204" pitchFamily="34" charset="0"/>
              </a:rPr>
              <a:t>Tiempo de respuesta T95 &lt; 200ms bajo esta carga.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Realizar: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Un manual bajo normas APA 7 con la instalación de GRAFANA y PROMETHEUS con el tiempo de respuesta &lt;200ms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En el mismo documento instalar DATADOG y comparar la </a:t>
            </a:r>
            <a:r>
              <a:rPr lang="es-MX" altLang="es-MX" b="1" dirty="0" err="1">
                <a:latin typeface="Arial" panose="020B0604020202020204" pitchFamily="34" charset="0"/>
              </a:rPr>
              <a:t>metrica</a:t>
            </a:r>
            <a:r>
              <a:rPr lang="es-MX" altLang="es-MX" b="1" dirty="0">
                <a:latin typeface="Arial" panose="020B0604020202020204" pitchFamily="34" charset="0"/>
              </a:rPr>
              <a:t> con respecto a </a:t>
            </a:r>
            <a:r>
              <a:rPr lang="es-MX" altLang="es-MX" b="1" dirty="0" err="1">
                <a:latin typeface="Arial" panose="020B0604020202020204" pitchFamily="34" charset="0"/>
              </a:rPr>
              <a:t>Grafana</a:t>
            </a:r>
            <a:endParaRPr lang="es-MX" altLang="es-MX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Realizar una tabla comparativa donde gráficamente se demuestre que bajo esos dos SOFTWARES de análisis tengamos las mismas métricas.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Realizar el grafico de tiempos de la API propuesta en UML, añadir el código y el grafico en el manual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LUNES 13-07-2027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latin typeface="Arial" panose="020B0604020202020204" pitchFamily="34" charset="0"/>
              </a:rPr>
              <a:t>Se verificara la API, Y LAS HERRAMIENTAS INSTALADAS EN CLASES</a:t>
            </a:r>
          </a:p>
        </p:txBody>
      </p:sp>
    </p:spTree>
    <p:extLst>
      <p:ext uri="{BB962C8B-B14F-4D97-AF65-F5344CB8AC3E}">
        <p14:creationId xmlns:p14="http://schemas.microsoft.com/office/powerpoint/2010/main" val="93901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PE">
            <a:extLst>
              <a:ext uri="{FF2B5EF4-FFF2-40B4-BE49-F238E27FC236}">
                <a16:creationId xmlns:a16="http://schemas.microsoft.com/office/drawing/2014/main" id="{A5923FCA-78C7-3737-6C1F-7E708A07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88" y="235012"/>
            <a:ext cx="4704767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A43C82-5553-E76C-9B29-DA1F5D05F181}"/>
              </a:ext>
            </a:extLst>
          </p:cNvPr>
          <p:cNvSpPr/>
          <p:nvPr/>
        </p:nvSpPr>
        <p:spPr>
          <a:xfrm>
            <a:off x="6456784" y="6532200"/>
            <a:ext cx="5495730" cy="1026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80816-0E8B-067D-BAF4-9A652A82F2F1}"/>
              </a:ext>
            </a:extLst>
          </p:cNvPr>
          <p:cNvSpPr/>
          <p:nvPr/>
        </p:nvSpPr>
        <p:spPr>
          <a:xfrm>
            <a:off x="8509518" y="663483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8A3B6A-89DC-125D-70B1-33FB61725A83}"/>
              </a:ext>
            </a:extLst>
          </p:cNvPr>
          <p:cNvSpPr txBox="1"/>
          <p:nvPr/>
        </p:nvSpPr>
        <p:spPr>
          <a:xfrm>
            <a:off x="790770" y="1630139"/>
            <a:ext cx="192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Tarea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BA67ED0-4697-B602-A6B1-6FDD27B7F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605" y="3123152"/>
            <a:ext cx="821093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 requeridas: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sistema ejecutándose en el equipo local (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localhost:8080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k6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(Herramienta de pruebas de carga escrita en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JavaScript).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Desktop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(Para levantar la pila de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Grafana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InfluxDB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Prometheus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 descr="K6 (software) - Wikipedia">
            <a:extLst>
              <a:ext uri="{FF2B5EF4-FFF2-40B4-BE49-F238E27FC236}">
                <a16:creationId xmlns:a16="http://schemas.microsoft.com/office/drawing/2014/main" id="{B9B60CA2-BA46-9B79-8448-BAD7CE250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997" y="492351"/>
            <a:ext cx="3207042" cy="261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Grafana - Wikipedia">
            <a:extLst>
              <a:ext uri="{FF2B5EF4-FFF2-40B4-BE49-F238E27FC236}">
                <a16:creationId xmlns:a16="http://schemas.microsoft.com/office/drawing/2014/main" id="{F1B13E15-043F-D55F-2523-5A210C0EE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518" y="4651465"/>
            <a:ext cx="1548298" cy="158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Day 89 : Prometheus - A Continuous Monitoring tool for DevOps  #90DaysofDevOps">
            <a:extLst>
              <a:ext uri="{FF2B5EF4-FFF2-40B4-BE49-F238E27FC236}">
                <a16:creationId xmlns:a16="http://schemas.microsoft.com/office/drawing/2014/main" id="{ED3D9B64-97DE-4B14-4318-DB559BE35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6" y="4651465"/>
            <a:ext cx="3174255" cy="184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424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2ba6e3-a8c0-432c-8287-06aef479815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BC2C9C70C024CAB1FB51A50D0AF8B" ma:contentTypeVersion="8" ma:contentTypeDescription="Create a new document." ma:contentTypeScope="" ma:versionID="7242203416935adfa878fcb9056af7ff">
  <xsd:schema xmlns:xsd="http://www.w3.org/2001/XMLSchema" xmlns:xs="http://www.w3.org/2001/XMLSchema" xmlns:p="http://schemas.microsoft.com/office/2006/metadata/properties" xmlns:ns3="a02ba6e3-a8c0-432c-8287-06aef4798156" targetNamespace="http://schemas.microsoft.com/office/2006/metadata/properties" ma:root="true" ma:fieldsID="d78527be63aeb23090cc54fdc23f2381" ns3:_="">
    <xsd:import namespace="a02ba6e3-a8c0-432c-8287-06aef47981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2ba6e3-a8c0-432c-8287-06aef47981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A722BA-62B5-49FC-8E10-1E86BD3A3C59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a02ba6e3-a8c0-432c-8287-06aef4798156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42E5F9A-2172-412B-86B3-E0469EDFAE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D62B7-FDDA-49FA-9F57-427BB3E9A9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2ba6e3-a8c0-432c-8287-06aef47981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1027</Words>
  <Application>Microsoft Office PowerPoint</Application>
  <PresentationFormat>Panorámica</PresentationFormat>
  <Paragraphs>73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Arial Unicode MS</vt:lpstr>
      <vt:lpstr>Google Sans Text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O.S.S.I.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(Estudiante) Darwin Rene Arias Martinez</dc:creator>
  <cp:lastModifiedBy>(Estudiante) Darwin Rene Arias Martinez</cp:lastModifiedBy>
  <cp:revision>142</cp:revision>
  <dcterms:created xsi:type="dcterms:W3CDTF">2026-04-17T19:18:25Z</dcterms:created>
  <dcterms:modified xsi:type="dcterms:W3CDTF">2026-07-10T13:20:30Z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0x01010029EBC2C9C70C024CAB1FB51A50D0AF8B</vt:lpwstr>
  </property>
</Properties>
</file>